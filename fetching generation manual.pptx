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895E-A3D4-49A0-9199-2B890A9AF37D}" type="datetimeFigureOut">
              <a:rPr lang="en-IN" smtClean="0"/>
              <a:t>2025/09/01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6FAC-7B81-49DD-BCF9-369C1957E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740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895E-A3D4-49A0-9199-2B890A9AF37D}" type="datetimeFigureOut">
              <a:rPr lang="en-IN" smtClean="0"/>
              <a:t>2025/09/01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6FAC-7B81-49DD-BCF9-369C1957E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21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895E-A3D4-49A0-9199-2B890A9AF37D}" type="datetimeFigureOut">
              <a:rPr lang="en-IN" smtClean="0"/>
              <a:t>2025/09/01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6FAC-7B81-49DD-BCF9-369C1957E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51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895E-A3D4-49A0-9199-2B890A9AF37D}" type="datetimeFigureOut">
              <a:rPr lang="en-IN" smtClean="0"/>
              <a:t>2025/09/01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6FAC-7B81-49DD-BCF9-369C1957E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919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895E-A3D4-49A0-9199-2B890A9AF37D}" type="datetimeFigureOut">
              <a:rPr lang="en-IN" smtClean="0"/>
              <a:t>2025/09/01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6FAC-7B81-49DD-BCF9-369C1957E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975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895E-A3D4-49A0-9199-2B890A9AF37D}" type="datetimeFigureOut">
              <a:rPr lang="en-IN" smtClean="0"/>
              <a:t>2025/09/01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6FAC-7B81-49DD-BCF9-369C1957E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819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895E-A3D4-49A0-9199-2B890A9AF37D}" type="datetimeFigureOut">
              <a:rPr lang="en-IN" smtClean="0"/>
              <a:t>2025/09/01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6FAC-7B81-49DD-BCF9-369C1957E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030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895E-A3D4-49A0-9199-2B890A9AF37D}" type="datetimeFigureOut">
              <a:rPr lang="en-IN" smtClean="0"/>
              <a:t>2025/09/01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6FAC-7B81-49DD-BCF9-369C1957E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325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895E-A3D4-49A0-9199-2B890A9AF37D}" type="datetimeFigureOut">
              <a:rPr lang="en-IN" smtClean="0"/>
              <a:t>2025/09/01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6FAC-7B81-49DD-BCF9-369C1957E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142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895E-A3D4-49A0-9199-2B890A9AF37D}" type="datetimeFigureOut">
              <a:rPr lang="en-IN" smtClean="0"/>
              <a:t>2025/09/01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6FAC-7B81-49DD-BCF9-369C1957E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375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895E-A3D4-49A0-9199-2B890A9AF37D}" type="datetimeFigureOut">
              <a:rPr lang="en-IN" smtClean="0"/>
              <a:t>2025/09/01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6FAC-7B81-49DD-BCF9-369C1957E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54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C895E-A3D4-49A0-9199-2B890A9AF37D}" type="datetimeFigureOut">
              <a:rPr lang="en-IN" smtClean="0"/>
              <a:t>2025/09/01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B6FAC-7B81-49DD-BCF9-369C1957E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69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16" y="843092"/>
            <a:ext cx="11062984" cy="566257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2947" y="109056"/>
            <a:ext cx="11643919" cy="6291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getting the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Master PO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the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Order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use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SAP COOIS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T-code.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the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first box.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 on the icons present in the second box.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10070" y="5788404"/>
            <a:ext cx="1334530" cy="251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47351" y="3674377"/>
            <a:ext cx="2305574" cy="251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581616" y="1082176"/>
            <a:ext cx="425063" cy="1342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1065402" y="964623"/>
            <a:ext cx="302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417428" y="3330321"/>
            <a:ext cx="302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995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35" y="922637"/>
            <a:ext cx="11853795" cy="561820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947" y="109056"/>
            <a:ext cx="11643919" cy="6291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After click on Execution button , you can observe the master </a:t>
            </a:r>
            <a:r>
              <a:rPr lang="en-US" sz="12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pos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 for upper and bottom materials. 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741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51" y="1056781"/>
            <a:ext cx="10451161" cy="54868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947" y="109056"/>
            <a:ext cx="11643919" cy="6291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Check Fetching is generated on not for the master </a:t>
            </a:r>
            <a:r>
              <a:rPr lang="en-US" sz="12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po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 using ZPP005B </a:t>
            </a:r>
            <a:r>
              <a:rPr lang="en-US" sz="12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Tcode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Factory in first box and</a:t>
            </a:r>
            <a:r>
              <a:rPr kumimoji="0" 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enter Master production order in second box after click on execute button ( box 3 ) 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7351" y="2348916"/>
            <a:ext cx="2305574" cy="251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9748006" y="5880681"/>
            <a:ext cx="1224793" cy="251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722852" y="1451179"/>
            <a:ext cx="367717" cy="2098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442595" y="1661033"/>
            <a:ext cx="302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442595" y="2600585"/>
            <a:ext cx="302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166070" y="1358907"/>
            <a:ext cx="302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702579" y="1728352"/>
            <a:ext cx="1621171" cy="251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28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6" y="1030702"/>
            <a:ext cx="12012934" cy="529595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2525" y="174958"/>
            <a:ext cx="11643919" cy="6291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Now Your able to check fetching is generated or not for the master production order. 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615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6622" y="84342"/>
            <a:ext cx="11643919" cy="6291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Otherwise use ZMM113 </a:t>
            </a:r>
            <a:r>
              <a:rPr lang="en-US" sz="12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Tcode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 for check fetching recommended </a:t>
            </a:r>
            <a:r>
              <a:rPr lang="en-US" sz="12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qty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 and issue </a:t>
            </a:r>
            <a:r>
              <a:rPr lang="en-US" sz="12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qty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 and unissued </a:t>
            </a:r>
            <a:r>
              <a:rPr lang="en-US" sz="12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qty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 for a sales order . 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127" y="2619811"/>
            <a:ext cx="6773722" cy="35420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32" y="969067"/>
            <a:ext cx="4802655" cy="245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386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129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3</cp:revision>
  <dcterms:created xsi:type="dcterms:W3CDTF">2025-09-01T04:11:04Z</dcterms:created>
  <dcterms:modified xsi:type="dcterms:W3CDTF">2025-09-01T04:28:18Z</dcterms:modified>
</cp:coreProperties>
</file>