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362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42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72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822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475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59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80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9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16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0133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405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4B98A-F9DC-4FD7-A08B-423C8AB14C53}" type="datetimeFigureOut">
              <a:rPr lang="en-IN" smtClean="0"/>
              <a:t>2025/12/03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D6A5B-6EA3-4FAB-A8FC-E0B43551F7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09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0202" y="1792876"/>
            <a:ext cx="885793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CUTTING MATERIAL </a:t>
            </a:r>
          </a:p>
          <a:p>
            <a:pPr algn="ctr"/>
            <a:r>
              <a:rPr lang="en-US" sz="5400" b="1" cap="none" spc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MANAGEMENT SYSTEM </a:t>
            </a:r>
          </a:p>
          <a:p>
            <a:pPr algn="ctr"/>
            <a:r>
              <a:rPr lang="en-US" sz="5400" b="1" cap="none" spc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SPIKE RELATED SCREEN SHOTS</a:t>
            </a:r>
            <a:endParaRPr lang="en-US" sz="5400" b="1" cap="none" spc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028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1442"/>
            <a:ext cx="12192000" cy="584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91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2" y="736692"/>
            <a:ext cx="11641881" cy="590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88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88" y="607674"/>
            <a:ext cx="10150679" cy="591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63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8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3</cp:revision>
  <dcterms:created xsi:type="dcterms:W3CDTF">2025-12-03T03:35:36Z</dcterms:created>
  <dcterms:modified xsi:type="dcterms:W3CDTF">2025-12-03T09:25:45Z</dcterms:modified>
</cp:coreProperties>
</file>