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4C88B3-DECA-49FE-8131-F4283FF1E9ED}" type="doc">
      <dgm:prSet loTypeId="urn:microsoft.com/office/officeart/2005/8/layout/target3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495D75-7C21-4CB1-979F-1E5F19EB1AB0}" type="pres">
      <dgm:prSet presAssocID="{404C88B3-DECA-49FE-8131-F4283FF1E9ED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815A83AB-D465-473D-8D41-8BFD85AE5B2C}" type="presOf" srcId="{404C88B3-DECA-49FE-8131-F4283FF1E9ED}" destId="{78495D75-7C21-4CB1-979F-1E5F19EB1AB0}" srcOrd="0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8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78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65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54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85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82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3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2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50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6602B-423B-4C7F-8795-986CA5AC6F37}" type="datetimeFigureOut">
              <a:rPr lang="en-IN" smtClean="0"/>
              <a:t>2025/08/21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CEC7A-5D79-4A47-B182-96587FEC5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23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10.3.0.24:8075/#/log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185659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Report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Aug 20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401128" y="403764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75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🛠 </a:t>
            </a:r>
            <a:r>
              <a:rPr lang="en-I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Meeting Focus Areas</a:t>
            </a:r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9637" y="1908642"/>
            <a:ext cx="10487198" cy="9236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Line Wise Blueprint Real time Visualization</a:t>
            </a:r>
            <a:endParaRPr lang="en-IN" sz="20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799637" y="3268067"/>
            <a:ext cx="10487198" cy="9613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Drawbacks In Current Planning Process</a:t>
            </a:r>
            <a:endParaRPr lang="en-IN" sz="2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799637" y="4539525"/>
            <a:ext cx="10487198" cy="8973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Suggestion to Resolve Drawbacks </a:t>
            </a:r>
            <a:endParaRPr lang="en-IN" sz="2000" b="1" dirty="0"/>
          </a:p>
        </p:txBody>
      </p:sp>
      <p:sp>
        <p:nvSpPr>
          <p:cNvPr id="11" name="Diamond 10"/>
          <p:cNvSpPr/>
          <p:nvPr/>
        </p:nvSpPr>
        <p:spPr>
          <a:xfrm>
            <a:off x="799637" y="794328"/>
            <a:ext cx="914400" cy="914400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12" name="Diamond 11"/>
          <p:cNvSpPr/>
          <p:nvPr/>
        </p:nvSpPr>
        <p:spPr>
          <a:xfrm>
            <a:off x="5631057" y="794328"/>
            <a:ext cx="914400" cy="914400"/>
          </a:xfrm>
          <a:prstGeom prst="diamo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IN" dirty="0"/>
          </a:p>
        </p:txBody>
      </p:sp>
      <p:sp>
        <p:nvSpPr>
          <p:cNvPr id="13" name="Diamond 12"/>
          <p:cNvSpPr/>
          <p:nvPr/>
        </p:nvSpPr>
        <p:spPr>
          <a:xfrm>
            <a:off x="10372435" y="794328"/>
            <a:ext cx="914400" cy="91440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IN" dirty="0"/>
          </a:p>
        </p:txBody>
      </p:sp>
      <p:sp>
        <p:nvSpPr>
          <p:cNvPr id="15" name="Right Arrow 14"/>
          <p:cNvSpPr/>
          <p:nvPr/>
        </p:nvSpPr>
        <p:spPr>
          <a:xfrm>
            <a:off x="1714037" y="1169773"/>
            <a:ext cx="3917020" cy="18041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6545457" y="1169773"/>
            <a:ext cx="3826978" cy="18041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43462607"/>
              </p:ext>
            </p:extLst>
          </p:nvPr>
        </p:nvGraphicFramePr>
        <p:xfrm>
          <a:off x="8717120" y="2185794"/>
          <a:ext cx="2224712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983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865420" y="3572271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473205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198578" y="465678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1534230" y="483114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1729958" y="477040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50789" y="474561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erge 9"/>
          <p:cNvSpPr/>
          <p:nvPr/>
        </p:nvSpPr>
        <p:spPr>
          <a:xfrm>
            <a:off x="1348167" y="553678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74757" y="458024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51" name="Rectangle 50"/>
          <p:cNvSpPr/>
          <p:nvPr/>
        </p:nvSpPr>
        <p:spPr>
          <a:xfrm>
            <a:off x="2040025" y="491724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Merge 51"/>
          <p:cNvSpPr/>
          <p:nvPr/>
        </p:nvSpPr>
        <p:spPr>
          <a:xfrm>
            <a:off x="2737403" y="570841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63993" y="475187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2025/07/05</a:t>
            </a:r>
            <a:endParaRPr lang="en-IN" sz="1050" dirty="0"/>
          </a:p>
        </p:txBody>
      </p:sp>
      <p:sp>
        <p:nvSpPr>
          <p:cNvPr id="12" name="Rectangle 11"/>
          <p:cNvSpPr/>
          <p:nvPr/>
        </p:nvSpPr>
        <p:spPr>
          <a:xfrm>
            <a:off x="30643" y="411843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9671663" y="1939920"/>
            <a:ext cx="2040046" cy="369332"/>
            <a:chOff x="184665" y="0"/>
            <a:chExt cx="2040046" cy="369332"/>
          </a:xfr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5" name="Rectangle 54"/>
            <p:cNvSpPr/>
            <p:nvPr/>
          </p:nvSpPr>
          <p:spPr>
            <a:xfrm>
              <a:off x="184665" y="0"/>
              <a:ext cx="2040046" cy="369332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  <a:sp3d extrusionH="190500" prstMaterial="dkEdge">
              <a:bevelT w="135400" h="16350" prst="relaxedInset"/>
              <a:contourClr>
                <a:schemeClr val="bg1"/>
              </a:contourClr>
            </a:sp3d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6" name="Rectangle 55"/>
            <p:cNvSpPr/>
            <p:nvPr/>
          </p:nvSpPr>
          <p:spPr>
            <a:xfrm>
              <a:off x="184665" y="0"/>
              <a:ext cx="2040046" cy="369332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1200" kern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hlinkClick r:id="rId4"/>
                </a:rPr>
                <a:t>http://10.3.0.24:8075/#/login</a:t>
              </a:r>
              <a:r>
                <a:rPr lang="en-IN" sz="1200" kern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en-IN" sz="1200" kern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267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5"/>
            <a:ext cx="12192000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Drawbacks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in Current Planning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756" y="521045"/>
            <a:ext cx="2550735" cy="310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Key </a:t>
            </a:r>
            <a:r>
              <a:rPr lang="en-IN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Issues Identified:</a:t>
            </a:r>
            <a:endParaRPr lang="en-US" sz="16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6400" y="1137637"/>
            <a:ext cx="11305309" cy="480131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Manual Data Upload</a:t>
            </a:r>
          </a:p>
          <a:p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The Planning team uses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T-Code ZPP003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 to upload schedule data manually.</a:t>
            </a:r>
          </a:p>
          <a:p>
            <a:pPr lvl="1"/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No SAP Modification Capability</a:t>
            </a:r>
          </a:p>
          <a:p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There is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no dedicated application or SAP function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 available for modifying schedule data.</a:t>
            </a:r>
          </a:p>
          <a:p>
            <a:pPr lvl="1"/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Dependency on Excel</a:t>
            </a:r>
          </a:p>
          <a:p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Due to the lack of direct modification options, the team updates schedule data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externally in Excel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lvl="1"/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Data Mismatch in SAP</a:t>
            </a:r>
          </a:p>
          <a:p>
            <a:endParaRPr lang="en-GB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Updated schedule data is shared with the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PC department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 but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not updated in SAP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,</a:t>
            </a:r>
            <a:b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leading to </a:t>
            </a:r>
            <a:r>
              <a:rPr lang="en-GB" b="1" dirty="0" smtClean="0">
                <a:solidFill>
                  <a:schemeClr val="accent5">
                    <a:lumMod val="50000"/>
                  </a:schemeClr>
                </a:solidFill>
              </a:rPr>
              <a:t>incorrect or inconsistent data</a:t>
            </a:r>
            <a:r>
              <a:rPr lang="en-GB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lvl="1"/>
            <a:endParaRPr lang="en-GB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26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611" y="1"/>
            <a:ext cx="12192000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Suggestion To Resolve Draw Backs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0101" y="539517"/>
            <a:ext cx="2486081" cy="310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Proposed </a:t>
            </a:r>
            <a:r>
              <a:rPr lang="en-GB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Solution: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618080" y="1010583"/>
            <a:ext cx="1092661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 smtClean="0"/>
              <a:t>Develop a Web-Based Application</a:t>
            </a:r>
          </a:p>
          <a:p>
            <a:endParaRPr lang="en-GB" b="1" dirty="0" smtClean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GB" b="1" dirty="0" smtClean="0"/>
              <a:t>Create an interactive application to update and reschedule planning data directly in SAP.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080" y="2448003"/>
            <a:ext cx="10892382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Eliminates manual dependency on T-Code ZPP003.</a:t>
            </a:r>
          </a:p>
          <a:p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Removes the need for Excel-based schedule updates.</a:t>
            </a:r>
          </a:p>
          <a:p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 smtClean="0"/>
              <a:t>Ensures real-time synchronization of data between Planning and SAP.</a:t>
            </a:r>
          </a:p>
          <a:p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</a:t>
            </a:r>
            <a:r>
              <a:rPr lang="en-GB" dirty="0" smtClean="0"/>
              <a:t>mproves data accuracy and decision-making efficiency.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101" y="2036224"/>
            <a:ext cx="2486081" cy="310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Expected Benefits : </a:t>
            </a:r>
            <a:endParaRPr lang="en-GB" sz="16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101" y="4613677"/>
            <a:ext cx="3629891" cy="41114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Next Step 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618080" y="5134809"/>
            <a:ext cx="4020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Step 1: Understand the Purchase Process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618080" y="5552269"/>
            <a:ext cx="9937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Step 2: Identify Possible Drawbacks </a:t>
            </a:r>
            <a:r>
              <a:rPr lang="en-GB" i="1" dirty="0" smtClean="0"/>
              <a:t>(Example scenarios : Few Material must need to buy excess quantity )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618080" y="5974956"/>
            <a:ext cx="5216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Step 2: Try to resolve drawbacks and get Perfect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84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914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368</Words>
  <Application>Microsoft Office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72 Black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15</cp:revision>
  <dcterms:created xsi:type="dcterms:W3CDTF">2025-08-20T05:52:38Z</dcterms:created>
  <dcterms:modified xsi:type="dcterms:W3CDTF">2025-08-21T03:34:11Z</dcterms:modified>
</cp:coreProperties>
</file>