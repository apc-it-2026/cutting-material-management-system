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9D943-94AB-4AA5-B424-8D19D2211C8B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897CA-D282-43A1-9FF8-A4E052429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74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15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31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6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14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0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1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99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44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5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35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77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C7144-A595-4452-8AC5-D51470E65B33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5385D-D394-4EDB-9D1A-AD1D322C3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46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8000">
                <a:schemeClr val="bg1">
                  <a:lumMod val="85000"/>
                </a:schemeClr>
              </a:gs>
              <a:gs pos="65000">
                <a:schemeClr val="accent1">
                  <a:lumMod val="20000"/>
                  <a:lumOff val="80000"/>
                </a:schemeClr>
              </a:gs>
              <a:gs pos="93000">
                <a:schemeClr val="accent3">
                  <a:lumMod val="20000"/>
                  <a:lumOff val="80000"/>
                </a:schemeClr>
              </a:gs>
            </a:gsLst>
            <a:lin ang="6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228" y="1"/>
            <a:ext cx="566772" cy="5634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79974" y="4318953"/>
            <a:ext cx="541202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en-US" sz="2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68800" y="618502"/>
            <a:ext cx="6035751" cy="431214"/>
          </a:xfrm>
          <a:prstGeom prst="roundRect">
            <a:avLst/>
          </a:prstGeom>
          <a:solidFill>
            <a:schemeClr val="accent2">
              <a:lumMod val="50000"/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FF0000"/>
                </a:solidFill>
              </a:rPr>
              <a:t>Sales order Creation </a:t>
            </a:r>
            <a:r>
              <a:rPr lang="en-GB" sz="1400" dirty="0" smtClean="0">
                <a:solidFill>
                  <a:schemeClr val="tx1"/>
                </a:solidFill>
              </a:rPr>
              <a:t>( Order Team ) VA01 ( Manually ) ZSD001N ( Bulk upload )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94918" y="1249862"/>
            <a:ext cx="4993290" cy="426115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Pull </a:t>
            </a:r>
            <a:r>
              <a:rPr lang="en-GB" sz="1400" dirty="0" smtClean="0">
                <a:solidFill>
                  <a:srgbClr val="FF0000"/>
                </a:solidFill>
              </a:rPr>
              <a:t>BOM </a:t>
            </a:r>
            <a:r>
              <a:rPr lang="en-GB" sz="1400" dirty="0" smtClean="0">
                <a:solidFill>
                  <a:schemeClr val="tx1"/>
                </a:solidFill>
              </a:rPr>
              <a:t>(</a:t>
            </a:r>
            <a:r>
              <a:rPr lang="en-GB" sz="1400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chemeClr val="tx1"/>
                </a:solidFill>
              </a:rPr>
              <a:t>BOM Team ) ZMM123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94918" y="1932137"/>
            <a:ext cx="4993290" cy="407475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Create Collection and </a:t>
            </a:r>
            <a:r>
              <a:rPr lang="en-GB" sz="1400" dirty="0" smtClean="0">
                <a:solidFill>
                  <a:srgbClr val="FF0000"/>
                </a:solidFill>
              </a:rPr>
              <a:t>run </a:t>
            </a:r>
            <a:r>
              <a:rPr lang="en-GB" sz="1400" dirty="0" smtClean="0">
                <a:solidFill>
                  <a:schemeClr val="tx1"/>
                </a:solidFill>
              </a:rPr>
              <a:t>( APE Team )  ZMM018 ,  </a:t>
            </a:r>
            <a:r>
              <a:rPr lang="en-GB" sz="1400" dirty="0">
                <a:solidFill>
                  <a:schemeClr val="tx1"/>
                </a:solidFill>
              </a:rPr>
              <a:t>ZMM019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68800" y="2615051"/>
            <a:ext cx="6035751" cy="434526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Placing Purchase orders with that </a:t>
            </a:r>
            <a:r>
              <a:rPr lang="en-GB" sz="1400" dirty="0" smtClean="0">
                <a:solidFill>
                  <a:srgbClr val="FF0000"/>
                </a:solidFill>
              </a:rPr>
              <a:t>collection </a:t>
            </a:r>
            <a:r>
              <a:rPr lang="en-GB" sz="1400" dirty="0" smtClean="0">
                <a:solidFill>
                  <a:schemeClr val="tx1"/>
                </a:solidFill>
              </a:rPr>
              <a:t>( </a:t>
            </a:r>
            <a:r>
              <a:rPr lang="en-GB" sz="1400" dirty="0">
                <a:solidFill>
                  <a:schemeClr val="tx1"/>
                </a:solidFill>
              </a:rPr>
              <a:t>Purchase </a:t>
            </a:r>
            <a:r>
              <a:rPr lang="en-GB" sz="1400" dirty="0" smtClean="0">
                <a:solidFill>
                  <a:schemeClr val="tx1"/>
                </a:solidFill>
              </a:rPr>
              <a:t>Team ) ZMM020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87370" y="3325016"/>
            <a:ext cx="3291177" cy="399556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Material received in </a:t>
            </a:r>
            <a:r>
              <a:rPr lang="en-GB" sz="1400" dirty="0" smtClean="0">
                <a:solidFill>
                  <a:srgbClr val="FF0000"/>
                </a:solidFill>
              </a:rPr>
              <a:t>warehouse </a:t>
            </a:r>
            <a:r>
              <a:rPr lang="en-GB" sz="1400" dirty="0" smtClean="0">
                <a:solidFill>
                  <a:schemeClr val="tx1"/>
                </a:solidFill>
              </a:rPr>
              <a:t>( WMS )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97871" y="3344363"/>
            <a:ext cx="3688116" cy="364518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Planning </a:t>
            </a:r>
            <a:r>
              <a:rPr lang="en-GB" sz="1400" dirty="0" smtClean="0">
                <a:solidFill>
                  <a:srgbClr val="FF0000"/>
                </a:solidFill>
              </a:rPr>
              <a:t>Schedule </a:t>
            </a:r>
            <a:r>
              <a:rPr lang="en-GB" sz="1400" dirty="0" smtClean="0">
                <a:solidFill>
                  <a:schemeClr val="tx1"/>
                </a:solidFill>
              </a:rPr>
              <a:t>( </a:t>
            </a:r>
            <a:r>
              <a:rPr lang="en-GB" sz="1400" dirty="0">
                <a:solidFill>
                  <a:schemeClr val="tx1"/>
                </a:solidFill>
              </a:rPr>
              <a:t>Planning </a:t>
            </a:r>
            <a:r>
              <a:rPr lang="en-GB" sz="1400" dirty="0" smtClean="0">
                <a:solidFill>
                  <a:schemeClr val="tx1"/>
                </a:solidFill>
              </a:rPr>
              <a:t>Team ) ZPP003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96144" y="3983328"/>
            <a:ext cx="3390837" cy="358551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Fetching </a:t>
            </a:r>
            <a:r>
              <a:rPr lang="en-GB" sz="1400" dirty="0" smtClean="0">
                <a:solidFill>
                  <a:srgbClr val="FF0000"/>
                </a:solidFill>
              </a:rPr>
              <a:t>Generation</a:t>
            </a:r>
            <a:r>
              <a:rPr lang="en-GB" sz="1400" dirty="0" smtClean="0">
                <a:solidFill>
                  <a:schemeClr val="tx1"/>
                </a:solidFill>
              </a:rPr>
              <a:t>( ERP Team ) </a:t>
            </a:r>
            <a:r>
              <a:rPr lang="en-GB" sz="1400" dirty="0">
                <a:solidFill>
                  <a:schemeClr val="tx1"/>
                </a:solidFill>
              </a:rPr>
              <a:t>ZPP005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94918" y="4614064"/>
            <a:ext cx="4996318" cy="377020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Fetching issues ( Raw material issues </a:t>
            </a:r>
            <a:r>
              <a:rPr lang="en-GB" sz="1400" dirty="0" smtClean="0">
                <a:solidFill>
                  <a:srgbClr val="FF0000"/>
                </a:solidFill>
              </a:rPr>
              <a:t>) </a:t>
            </a:r>
            <a:r>
              <a:rPr lang="en-GB" sz="1400" dirty="0" smtClean="0">
                <a:solidFill>
                  <a:schemeClr val="tx1"/>
                </a:solidFill>
              </a:rPr>
              <a:t>( warehouse Team ( WMS )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852677" y="5201550"/>
            <a:ext cx="4996318" cy="557674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FF0000"/>
                </a:solidFill>
              </a:rPr>
              <a:t>Production</a:t>
            </a:r>
            <a:endParaRPr lang="en-GB" sz="1400" dirty="0">
              <a:solidFill>
                <a:srgbClr val="FF0000"/>
              </a:solidFill>
            </a:endParaRPr>
          </a:p>
          <a:p>
            <a:pPr algn="ctr"/>
            <a:r>
              <a:rPr lang="en-GB" sz="1400" dirty="0">
                <a:solidFill>
                  <a:schemeClr val="tx1"/>
                </a:solidFill>
              </a:rPr>
              <a:t>Cutting </a:t>
            </a:r>
            <a:r>
              <a:rPr lang="en-GB" sz="1400" dirty="0">
                <a:solidFill>
                  <a:schemeClr val="tx1"/>
                </a:solidFill>
                <a:sym typeface="Wingdings" panose="05000000000000000000" pitchFamily="2" charset="2"/>
              </a:rPr>
              <a:t> Stitching  Assembly  </a:t>
            </a:r>
            <a:r>
              <a:rPr lang="en-GB" sz="1400" dirty="0" smtClean="0">
                <a:solidFill>
                  <a:schemeClr val="tx1"/>
                </a:solidFill>
                <a:sym typeface="Wingdings" panose="05000000000000000000" pitchFamily="2" charset="2"/>
              </a:rPr>
              <a:t>Packing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07660" y="5963704"/>
            <a:ext cx="1631723" cy="314037"/>
          </a:xfrm>
          <a:prstGeom prst="roundRect">
            <a:avLst/>
          </a:prstGeom>
          <a:solidFill>
            <a:schemeClr val="accent5">
              <a:alpha val="54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FG Inbound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07659" y="6457285"/>
            <a:ext cx="1631723" cy="314037"/>
          </a:xfrm>
          <a:prstGeom prst="roundRect">
            <a:avLst/>
          </a:prstGeom>
          <a:solidFill>
            <a:schemeClr val="accent4">
              <a:alpha val="54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Shipment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91096" y="104264"/>
            <a:ext cx="8422676" cy="347912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Process flow of a Sales order</a:t>
            </a:r>
            <a:endParaRPr lang="en-IN" b="1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223520" y="1049716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208290" y="1675977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208290" y="2414905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147570" y="3049577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032895" y="3049577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285857" y="6277741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285857" y="5759224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296897" y="5001404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308727" y="4349639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461770" y="3708881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401954" y="3763295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98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97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 Black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27</cp:revision>
  <dcterms:created xsi:type="dcterms:W3CDTF">2025-06-18T05:09:49Z</dcterms:created>
  <dcterms:modified xsi:type="dcterms:W3CDTF">2025-06-19T07:24:52Z</dcterms:modified>
</cp:coreProperties>
</file>