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8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0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77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20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35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8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58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6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1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65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63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0E356-4DAD-4879-A149-46770991A2A5}" type="datetimeFigureOut">
              <a:rPr lang="en-IN" smtClean="0"/>
              <a:t>2025/07/11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F06C2-F420-43A9-99E7-FFFB6A791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98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"/>
            <a:ext cx="6670766" cy="6582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3389792" y="-7830"/>
            <a:ext cx="3691156" cy="25167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SO Details check va03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25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9" y="535476"/>
            <a:ext cx="11944865" cy="19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4493739" y="168884"/>
            <a:ext cx="3270422" cy="3295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BOM data check ZMM123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051" name="Picture 2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97" y="2603172"/>
            <a:ext cx="11780107" cy="40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839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image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0461"/>
            <a:ext cx="12192000" cy="6467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2159726" y="0"/>
            <a:ext cx="7685903" cy="39046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order enq. </a:t>
            </a:r>
            <a:r>
              <a:rPr lang="en-US" dirty="0" smtClean="0">
                <a:solidFill>
                  <a:schemeClr val="tx1"/>
                </a:solidFill>
              </a:rPr>
              <a:t>ZMM017_BB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68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 descr="image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77" y="354227"/>
            <a:ext cx="11410129" cy="650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2830286" y="0"/>
            <a:ext cx="6079524" cy="3542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Pickings / </a:t>
            </a:r>
            <a:r>
              <a:rPr lang="en-US" dirty="0" err="1" smtClean="0">
                <a:solidFill>
                  <a:schemeClr val="tx1"/>
                </a:solidFill>
              </a:rPr>
              <a:t>materail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list enquiry  ZPP005B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28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6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05" y="586237"/>
            <a:ext cx="11757932" cy="62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3048000" y="95795"/>
            <a:ext cx="5294811" cy="4005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Warehouse stock check MB51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128584" y="2702011"/>
            <a:ext cx="4604951" cy="897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ZPP096A FOR CHECK PRODUCTION OUTPUTS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76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27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5</cp:revision>
  <dcterms:created xsi:type="dcterms:W3CDTF">2025-07-07T02:59:15Z</dcterms:created>
  <dcterms:modified xsi:type="dcterms:W3CDTF">2025-07-11T09:45:59Z</dcterms:modified>
</cp:coreProperties>
</file>