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  <p:sldMasterId id="2147483675" r:id="rId2"/>
  </p:sldMasterIdLst>
  <p:notesMasterIdLst>
    <p:notesMasterId r:id="rId12"/>
  </p:notesMasterIdLst>
  <p:handoutMasterIdLst>
    <p:handoutMasterId r:id="rId13"/>
  </p:handoutMasterIdLst>
  <p:sldIdLst>
    <p:sldId id="285" r:id="rId3"/>
    <p:sldId id="289" r:id="rId4"/>
    <p:sldId id="296" r:id="rId5"/>
    <p:sldId id="297" r:id="rId6"/>
    <p:sldId id="298" r:id="rId7"/>
    <p:sldId id="299" r:id="rId8"/>
    <p:sldId id="300" r:id="rId9"/>
    <p:sldId id="301" r:id="rId10"/>
    <p:sldId id="288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A479A1D-3FCA-45FA-BE21-8FD33C010202}">
          <p14:sldIdLst>
            <p14:sldId id="285"/>
            <p14:sldId id="289"/>
            <p14:sldId id="296"/>
            <p14:sldId id="297"/>
            <p14:sldId id="298"/>
            <p14:sldId id="299"/>
            <p14:sldId id="300"/>
            <p14:sldId id="301"/>
          </p14:sldIdLst>
        </p14:section>
        <p14:section name="Untitled Section" id="{A808AD57-3BE5-4FE2-8819-02D9E5DE8C85}">
          <p14:sldIdLst>
            <p14:sldId id="28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pos="767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enkatakarthik-k" initials="v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13605"/>
    <a:srgbClr val="F78D35"/>
    <a:srgbClr val="FD9C1B"/>
    <a:srgbClr val="DD6909"/>
    <a:srgbClr val="F5C515"/>
    <a:srgbClr val="0000FF"/>
    <a:srgbClr val="EBA71E"/>
    <a:srgbClr val="F89D52"/>
    <a:srgbClr val="FDAB3D"/>
    <a:srgbClr val="F9AD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1562" autoAdjust="0"/>
  </p:normalViewPr>
  <p:slideViewPr>
    <p:cSldViewPr>
      <p:cViewPr varScale="1">
        <p:scale>
          <a:sx n="106" d="100"/>
          <a:sy n="106" d="100"/>
        </p:scale>
        <p:origin x="720" y="96"/>
      </p:cViewPr>
      <p:guideLst>
        <p:guide orient="horz"/>
        <p:guide pos="767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68" d="100"/>
          <a:sy n="68" d="100"/>
        </p:scale>
        <p:origin x="-333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84C45-B6AF-461D-9550-C0124B33178C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790D1C-468E-4FC3-8ED3-FB1442067A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14839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159FA2-F4FB-4A92-9613-4ABF89AD927B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91C8E5-D0F4-4DB8-B2AD-9564E4A072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2220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91C8E5-D0F4-4DB8-B2AD-9564E4A0729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1758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1486"/>
            <a:ext cx="10363200" cy="14689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1995-0195-43DF-B397-E5054939A418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84BCD-CE93-4F2D-8197-567CD2F061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372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1995-0195-43DF-B397-E5054939A418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84BCD-CE93-4F2D-8197-567CD2F061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3106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313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185"/>
            <a:ext cx="10363200" cy="150071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1995-0195-43DF-B397-E5054939A418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84BCD-CE93-4F2D-8197-567CD2F061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2782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43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43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1995-0195-43DF-B397-E5054939A418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84BCD-CE93-4F2D-8197-567CD2F061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2478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4585"/>
            <a:ext cx="5386917" cy="6413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5934"/>
            <a:ext cx="5386917" cy="39497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4585"/>
            <a:ext cx="5389033" cy="6413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5934"/>
            <a:ext cx="5389033" cy="39497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1995-0195-43DF-B397-E5054939A418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84BCD-CE93-4F2D-8197-567CD2F061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3770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1995-0195-43DF-B397-E5054939A418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84BCD-CE93-4F2D-8197-567CD2F061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5625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1995-0195-43DF-B397-E5054939A418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84BCD-CE93-4F2D-8197-567CD2F061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9889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3"/>
            <a:ext cx="4011084" cy="116204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258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1"/>
            <a:ext cx="4011084" cy="46905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1995-0195-43DF-B397-E5054939A418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84BCD-CE93-4F2D-8197-567CD2F061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1547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726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3833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868"/>
            <a:ext cx="7315200" cy="8043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1995-0195-43DF-B397-E5054939A418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84BCD-CE93-4F2D-8197-567CD2F061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3374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1995-0195-43DF-B397-E5054939A418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84BCD-CE93-4F2D-8197-567CD2F061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2322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5168"/>
            <a:ext cx="2743200" cy="585046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5168"/>
            <a:ext cx="8026400" cy="585046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1995-0195-43DF-B397-E5054939A418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84BCD-CE93-4F2D-8197-567CD2F061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3836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1486"/>
            <a:ext cx="10363200" cy="14689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1F175-B6E2-4194-915C-23AB2556E900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C55E3-DBCF-41E6-841A-50E0AE60F6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9741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47328" y="188640"/>
            <a:ext cx="10988429" cy="41743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5" tIns="34287" rIns="68575" bIns="34287" rtlCol="0" anchor="ctr"/>
          <a:lstStyle/>
          <a:p>
            <a:pPr algn="ctr" defTabSz="685165"/>
            <a:endParaRPr lang="zh-CN" altLang="en-US" sz="1780">
              <a:solidFill>
                <a:schemeClr val="tx1"/>
              </a:solidFill>
            </a:endParaRPr>
          </a:p>
        </p:txBody>
      </p:sp>
      <p:pic>
        <p:nvPicPr>
          <p:cNvPr id="8" name="Picture 44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795696" y="64457"/>
            <a:ext cx="1646873" cy="6658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22">
            <a:extLst>
              <a:ext uri="{FF2B5EF4-FFF2-40B4-BE49-F238E27FC236}">
                <a16:creationId xmlns="" xmlns:a16="http://schemas.microsoft.com/office/drawing/2014/main" id="{D17ED2EF-5889-42DA-A9DD-67B9E29848EB}"/>
              </a:ext>
            </a:extLst>
          </p:cNvPr>
          <p:cNvSpPr txBox="1"/>
          <p:nvPr userDrawn="1"/>
        </p:nvSpPr>
        <p:spPr>
          <a:xfrm>
            <a:off x="56089" y="6458763"/>
            <a:ext cx="14345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altLang="zh-CN" sz="1400" spc="300" dirty="0">
                <a:solidFill>
                  <a:srgbClr val="DD6909"/>
                </a:solidFill>
                <a:latin typeface="adineue PRO" pitchFamily="34" charset="0"/>
                <a:ea typeface="思源黑体"/>
                <a:cs typeface="+mn-ea"/>
                <a:sym typeface="+mn-lt"/>
              </a:rPr>
              <a:t>ONEAPACHE</a:t>
            </a:r>
            <a:endParaRPr lang="id-ID" sz="1400" spc="300" dirty="0">
              <a:solidFill>
                <a:srgbClr val="DD6909"/>
              </a:solidFill>
              <a:latin typeface="adineue PRO" pitchFamily="34" charset="0"/>
              <a:ea typeface="思源黑体"/>
              <a:cs typeface="+mn-ea"/>
              <a:sym typeface="+mn-lt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11225321" y="6154095"/>
            <a:ext cx="929672" cy="708465"/>
            <a:chOff x="10889953" y="5575669"/>
            <a:chExt cx="1302047" cy="1322982"/>
          </a:xfrm>
        </p:grpSpPr>
        <p:sp>
          <p:nvSpPr>
            <p:cNvPr id="13" name="Freeform 20">
              <a:extLst>
                <a:ext uri="{FF2B5EF4-FFF2-40B4-BE49-F238E27FC236}">
                  <a16:creationId xmlns="" xmlns:a16="http://schemas.microsoft.com/office/drawing/2014/main" id="{93763385-8667-459F-9E52-658048F598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0796" y="5692604"/>
              <a:ext cx="1141204" cy="1206047"/>
            </a:xfrm>
            <a:custGeom>
              <a:avLst/>
              <a:gdLst>
                <a:gd name="T0" fmla="*/ 67 w 67"/>
                <a:gd name="T1" fmla="*/ 0 h 71"/>
                <a:gd name="T2" fmla="*/ 0 w 67"/>
                <a:gd name="T3" fmla="*/ 69 h 71"/>
                <a:gd name="T4" fmla="*/ 50 w 67"/>
                <a:gd name="T5" fmla="*/ 69 h 71"/>
                <a:gd name="T6" fmla="*/ 67 w 67"/>
                <a:gd name="T7" fmla="*/ 50 h 71"/>
                <a:gd name="T8" fmla="*/ 67 w 67"/>
                <a:gd name="T9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71">
                  <a:moveTo>
                    <a:pt x="67" y="0"/>
                  </a:moveTo>
                  <a:cubicBezTo>
                    <a:pt x="0" y="69"/>
                    <a:pt x="0" y="69"/>
                    <a:pt x="0" y="69"/>
                  </a:cubicBezTo>
                  <a:cubicBezTo>
                    <a:pt x="50" y="69"/>
                    <a:pt x="50" y="69"/>
                    <a:pt x="50" y="69"/>
                  </a:cubicBezTo>
                  <a:cubicBezTo>
                    <a:pt x="50" y="69"/>
                    <a:pt x="67" y="71"/>
                    <a:pt x="67" y="50"/>
                  </a:cubicBezTo>
                  <a:cubicBezTo>
                    <a:pt x="67" y="27"/>
                    <a:pt x="67" y="0"/>
                    <a:pt x="67" y="0"/>
                  </a:cubicBezTo>
                  <a:close/>
                </a:path>
              </a:pathLst>
            </a:custGeom>
            <a:solidFill>
              <a:srgbClr val="DD690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思源黑体"/>
                <a:cs typeface="+mn-ea"/>
                <a:sym typeface="+mn-lt"/>
              </a:endParaRPr>
            </a:p>
          </p:txBody>
        </p:sp>
        <p:cxnSp>
          <p:nvCxnSpPr>
            <p:cNvPr id="14" name="Straight Connector 24">
              <a:extLst>
                <a:ext uri="{FF2B5EF4-FFF2-40B4-BE49-F238E27FC236}">
                  <a16:creationId xmlns="" xmlns:a16="http://schemas.microsoft.com/office/drawing/2014/main" id="{DAB6BFAB-6A77-4720-BBB5-C18742F6D19F}"/>
                </a:ext>
              </a:extLst>
            </p:cNvPr>
            <p:cNvCxnSpPr/>
            <p:nvPr/>
          </p:nvCxnSpPr>
          <p:spPr>
            <a:xfrm flipH="1">
              <a:off x="10889953" y="5575669"/>
              <a:ext cx="1103085" cy="1117600"/>
            </a:xfrm>
            <a:prstGeom prst="line">
              <a:avLst/>
            </a:prstGeom>
            <a:noFill/>
            <a:ln w="19050" cap="flat" cmpd="sng" algn="ctr">
              <a:solidFill>
                <a:srgbClr val="20201F"/>
              </a:solidFill>
              <a:prstDash val="solid"/>
              <a:miter lim="800000"/>
            </a:ln>
            <a:effectLst/>
          </p:spPr>
        </p:cxnSp>
      </p:grpSp>
      <p:cxnSp>
        <p:nvCxnSpPr>
          <p:cNvPr id="15" name="直接连接符 14"/>
          <p:cNvCxnSpPr/>
          <p:nvPr userDrawn="1"/>
        </p:nvCxnSpPr>
        <p:spPr>
          <a:xfrm flipH="1">
            <a:off x="56089" y="186102"/>
            <a:ext cx="543104" cy="417435"/>
          </a:xfrm>
          <a:prstGeom prst="line">
            <a:avLst/>
          </a:prstGeom>
          <a:ln w="50800">
            <a:solidFill>
              <a:srgbClr val="F78D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reeform 21">
            <a:extLst>
              <a:ext uri="{FF2B5EF4-FFF2-40B4-BE49-F238E27FC236}">
                <a16:creationId xmlns="" xmlns:a16="http://schemas.microsoft.com/office/drawing/2014/main" id="{C1DB1410-976A-4F4F-A936-5C9E42158EA8}"/>
              </a:ext>
            </a:extLst>
          </p:cNvPr>
          <p:cNvSpPr>
            <a:spLocks/>
          </p:cNvSpPr>
          <p:nvPr userDrawn="1"/>
        </p:nvSpPr>
        <p:spPr bwMode="auto">
          <a:xfrm rot="10800000">
            <a:off x="24069" y="1"/>
            <a:ext cx="764653" cy="606075"/>
          </a:xfrm>
          <a:custGeom>
            <a:avLst/>
            <a:gdLst>
              <a:gd name="T0" fmla="*/ 67 w 67"/>
              <a:gd name="T1" fmla="*/ 0 h 71"/>
              <a:gd name="T2" fmla="*/ 0 w 67"/>
              <a:gd name="T3" fmla="*/ 69 h 71"/>
              <a:gd name="T4" fmla="*/ 50 w 67"/>
              <a:gd name="T5" fmla="*/ 69 h 71"/>
              <a:gd name="T6" fmla="*/ 67 w 67"/>
              <a:gd name="T7" fmla="*/ 50 h 71"/>
              <a:gd name="T8" fmla="*/ 67 w 67"/>
              <a:gd name="T9" fmla="*/ 0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7" h="71">
                <a:moveTo>
                  <a:pt x="67" y="0"/>
                </a:moveTo>
                <a:cubicBezTo>
                  <a:pt x="0" y="69"/>
                  <a:pt x="0" y="69"/>
                  <a:pt x="0" y="69"/>
                </a:cubicBezTo>
                <a:cubicBezTo>
                  <a:pt x="50" y="69"/>
                  <a:pt x="50" y="69"/>
                  <a:pt x="50" y="69"/>
                </a:cubicBezTo>
                <a:cubicBezTo>
                  <a:pt x="50" y="69"/>
                  <a:pt x="67" y="71"/>
                  <a:pt x="67" y="50"/>
                </a:cubicBezTo>
                <a:cubicBezTo>
                  <a:pt x="67" y="27"/>
                  <a:pt x="67" y="0"/>
                  <a:pt x="67" y="0"/>
                </a:cubicBezTo>
                <a:close/>
              </a:path>
            </a:pathLst>
          </a:custGeom>
          <a:solidFill>
            <a:srgbClr val="F89D5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思源黑体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727351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313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185"/>
            <a:ext cx="10363200" cy="150071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1F175-B6E2-4194-915C-23AB2556E900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C55E3-DBCF-41E6-841A-50E0AE60F6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41503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43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43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1F175-B6E2-4194-915C-23AB2556E900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C55E3-DBCF-41E6-841A-50E0AE60F6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27025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4585"/>
            <a:ext cx="5386917" cy="6413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5934"/>
            <a:ext cx="5386917" cy="39497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4585"/>
            <a:ext cx="5389033" cy="6413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5934"/>
            <a:ext cx="5389033" cy="39497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1F175-B6E2-4194-915C-23AB2556E900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C55E3-DBCF-41E6-841A-50E0AE60F6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14752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1F175-B6E2-4194-915C-23AB2556E900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C55E3-DBCF-41E6-841A-50E0AE60F6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79743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1F175-B6E2-4194-915C-23AB2556E900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C55E3-DBCF-41E6-841A-50E0AE60F6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4196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3"/>
            <a:ext cx="4011084" cy="116204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258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1"/>
            <a:ext cx="4011084" cy="46905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1F175-B6E2-4194-915C-23AB2556E900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C55E3-DBCF-41E6-841A-50E0AE60F6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26478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726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3833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868"/>
            <a:ext cx="7315200" cy="8043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1F175-B6E2-4194-915C-23AB2556E900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C55E3-DBCF-41E6-841A-50E0AE60F6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8091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1F175-B6E2-4194-915C-23AB2556E900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C55E3-DBCF-41E6-841A-50E0AE60F6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49248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5168"/>
            <a:ext cx="2743200" cy="585046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5168"/>
            <a:ext cx="8026400" cy="585046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1F175-B6E2-4194-915C-23AB2556E900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C55E3-DBCF-41E6-841A-50E0AE60F6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1144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alphaModFix amt="12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516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525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041995-0195-43DF-B397-E5054939A418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784BCD-CE93-4F2D-8197-567CD2F061B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Shape 2400"/>
          <p:cNvSpPr/>
          <p:nvPr userDrawn="1"/>
        </p:nvSpPr>
        <p:spPr>
          <a:xfrm>
            <a:off x="9653121" y="6422909"/>
            <a:ext cx="2089562" cy="347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80589" tIns="80589" rIns="80589" bIns="80589">
            <a:spAutoFit/>
          </a:bodyPr>
          <a:lstStyle>
            <a:lvl1pPr>
              <a:defRPr sz="1200" i="1">
                <a:solidFill>
                  <a:srgbClr val="FF9300"/>
                </a:solidFill>
              </a:defRPr>
            </a:lvl1pPr>
          </a:lstStyle>
          <a:p>
            <a:pPr algn="ctr" defTabSz="1015001" hangingPunct="0">
              <a:defRPr/>
            </a:pPr>
            <a:r>
              <a:rPr lang="en-US" sz="1200" kern="0" dirty="0">
                <a:sym typeface="Helvetica Light"/>
              </a:rPr>
              <a:t>To be the most reliable partner</a:t>
            </a:r>
            <a:endParaRPr sz="1200" kern="0" dirty="0"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677129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alphaModFix amt="12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516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525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71F175-B6E2-4194-915C-23AB2556E900}" type="datetimeFigureOut">
              <a:rPr lang="zh-CN" altLang="en-US" smtClean="0"/>
              <a:t>2026/1/10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2C55E3-DBCF-41E6-841A-50E0AE60F6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4856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8113" y="0"/>
            <a:ext cx="12192000" cy="6858000"/>
          </a:xfrm>
          <a:prstGeom prst="rect">
            <a:avLst/>
          </a:prstGeom>
          <a:blipFill dpi="0" rotWithShape="1">
            <a:blip r:embed="rId3">
              <a:alphaModFix amt="17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299863" y="3140968"/>
            <a:ext cx="9600385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algn="ctr" defTabSz="584200" hangingPunct="0"/>
            <a:r>
              <a:rPr lang="en-US" altLang="zh-CN" sz="4000" b="1" dirty="0">
                <a:gradFill>
                  <a:gsLst>
                    <a:gs pos="8000">
                      <a:srgbClr val="FD9C1B"/>
                    </a:gs>
                    <a:gs pos="26000">
                      <a:srgbClr val="F78D35"/>
                    </a:gs>
                    <a:gs pos="50000">
                      <a:srgbClr val="FFC000"/>
                    </a:gs>
                    <a:gs pos="70000">
                      <a:srgbClr val="FD9C1B">
                        <a:shade val="100000"/>
                        <a:satMod val="115000"/>
                      </a:srgbClr>
                    </a:gs>
                  </a:gsLst>
                  <a:lin ang="2700000" scaled="0"/>
                </a:gradFill>
                <a:effectLst>
                  <a:outerShdw blurRad="38100" dist="38100" dir="2700000" algn="tl">
                    <a:schemeClr val="tx1">
                      <a:alpha val="70000"/>
                    </a:schemeClr>
                  </a:outerShdw>
                </a:effectLst>
                <a:latin typeface="Book Antiqua" panose="02040602050305030304" pitchFamily="18" charset="0"/>
                <a:ea typeface="微软雅黑" panose="020B0503020204020204" pitchFamily="34" charset="-122"/>
                <a:sym typeface="Helvetica Light"/>
              </a:rPr>
              <a:t>Loyalty</a:t>
            </a:r>
            <a:r>
              <a:rPr lang="en-US" altLang="zh-CN" dirty="0">
                <a:gradFill>
                  <a:gsLst>
                    <a:gs pos="8000">
                      <a:srgbClr val="FD9C1B"/>
                    </a:gs>
                    <a:gs pos="26000">
                      <a:srgbClr val="F78D35"/>
                    </a:gs>
                    <a:gs pos="50000">
                      <a:srgbClr val="FFC000"/>
                    </a:gs>
                    <a:gs pos="70000">
                      <a:srgbClr val="FD9C1B">
                        <a:shade val="100000"/>
                        <a:satMod val="115000"/>
                      </a:srgbClr>
                    </a:gs>
                  </a:gsLst>
                  <a:lin ang="2700000" scaled="0"/>
                </a:gradFill>
                <a:effectLst>
                  <a:outerShdw blurRad="38100" dist="38100" dir="2700000" algn="tl">
                    <a:schemeClr val="tx1">
                      <a:alpha val="70000"/>
                    </a:schemeClr>
                  </a:outerShdw>
                </a:effectLst>
                <a:latin typeface="Calibri" panose="020F0502020204030204" pitchFamily="34" charset="0"/>
                <a:sym typeface="Helvetica Light"/>
              </a:rPr>
              <a:t> ∙  </a:t>
            </a:r>
            <a:r>
              <a:rPr lang="en-US" altLang="zh-CN" sz="4000" b="1" dirty="0">
                <a:gradFill>
                  <a:gsLst>
                    <a:gs pos="8000">
                      <a:srgbClr val="FD9C1B"/>
                    </a:gs>
                    <a:gs pos="26000">
                      <a:srgbClr val="F78D35"/>
                    </a:gs>
                    <a:gs pos="50000">
                      <a:srgbClr val="FFC000"/>
                    </a:gs>
                    <a:gs pos="70000">
                      <a:srgbClr val="FD9C1B">
                        <a:shade val="100000"/>
                        <a:satMod val="115000"/>
                      </a:srgbClr>
                    </a:gs>
                  </a:gsLst>
                  <a:lin ang="2700000" scaled="0"/>
                </a:gradFill>
                <a:effectLst>
                  <a:outerShdw blurRad="38100" dist="38100" dir="2700000" algn="tl">
                    <a:schemeClr val="tx1">
                      <a:alpha val="70000"/>
                    </a:schemeClr>
                  </a:outerShdw>
                </a:effectLst>
                <a:latin typeface="Book Antiqua" panose="02040602050305030304" pitchFamily="18" charset="0"/>
                <a:ea typeface="微软雅黑" panose="020B0503020204020204" pitchFamily="34" charset="-122"/>
                <a:sym typeface="Helvetica Light"/>
              </a:rPr>
              <a:t>Practicability</a:t>
            </a:r>
            <a:r>
              <a:rPr lang="en-US" altLang="zh-CN" dirty="0">
                <a:gradFill>
                  <a:gsLst>
                    <a:gs pos="8000">
                      <a:srgbClr val="FD9C1B"/>
                    </a:gs>
                    <a:gs pos="26000">
                      <a:srgbClr val="F78D35"/>
                    </a:gs>
                    <a:gs pos="50000">
                      <a:srgbClr val="FFC000"/>
                    </a:gs>
                    <a:gs pos="70000">
                      <a:srgbClr val="FD9C1B">
                        <a:shade val="100000"/>
                        <a:satMod val="115000"/>
                      </a:srgbClr>
                    </a:gs>
                  </a:gsLst>
                  <a:lin ang="2700000" scaled="0"/>
                </a:gradFill>
                <a:effectLst>
                  <a:outerShdw blurRad="38100" dist="38100" dir="2700000" algn="tl">
                    <a:schemeClr val="tx1">
                      <a:alpha val="70000"/>
                    </a:schemeClr>
                  </a:outerShdw>
                </a:effectLst>
                <a:latin typeface="Calibri" panose="020F0502020204030204" pitchFamily="34" charset="0"/>
                <a:sym typeface="Helvetica Light"/>
              </a:rPr>
              <a:t> ∙ </a:t>
            </a:r>
            <a:r>
              <a:rPr lang="en-US" altLang="zh-CN" sz="4000" b="1" dirty="0">
                <a:gradFill>
                  <a:gsLst>
                    <a:gs pos="8000">
                      <a:srgbClr val="FD9C1B"/>
                    </a:gs>
                    <a:gs pos="26000">
                      <a:srgbClr val="F78D35"/>
                    </a:gs>
                    <a:gs pos="50000">
                      <a:srgbClr val="FFC000"/>
                    </a:gs>
                    <a:gs pos="70000">
                      <a:srgbClr val="FD9C1B">
                        <a:shade val="100000"/>
                        <a:satMod val="115000"/>
                      </a:srgbClr>
                    </a:gs>
                  </a:gsLst>
                  <a:lin ang="2700000" scaled="0"/>
                </a:gradFill>
                <a:effectLst>
                  <a:outerShdw blurRad="38100" dist="38100" dir="2700000" algn="tl">
                    <a:schemeClr val="tx1">
                      <a:alpha val="70000"/>
                    </a:schemeClr>
                  </a:outerShdw>
                </a:effectLst>
                <a:latin typeface="Book Antiqua" panose="02040602050305030304" pitchFamily="18" charset="0"/>
                <a:ea typeface="微软雅黑" panose="020B0503020204020204" pitchFamily="34" charset="-122"/>
                <a:sym typeface="Helvetica Light"/>
              </a:rPr>
              <a:t>Quality</a:t>
            </a:r>
            <a:r>
              <a:rPr lang="en-US" altLang="zh-CN" dirty="0">
                <a:gradFill>
                  <a:gsLst>
                    <a:gs pos="8000">
                      <a:srgbClr val="FD9C1B"/>
                    </a:gs>
                    <a:gs pos="26000">
                      <a:srgbClr val="F78D35"/>
                    </a:gs>
                    <a:gs pos="50000">
                      <a:srgbClr val="FFC000"/>
                    </a:gs>
                    <a:gs pos="70000">
                      <a:srgbClr val="FD9C1B">
                        <a:shade val="100000"/>
                        <a:satMod val="115000"/>
                      </a:srgbClr>
                    </a:gs>
                  </a:gsLst>
                  <a:lin ang="2700000" scaled="0"/>
                </a:gradFill>
                <a:effectLst>
                  <a:outerShdw blurRad="38100" dist="38100" dir="2700000" algn="tl">
                    <a:schemeClr val="tx1">
                      <a:alpha val="70000"/>
                    </a:schemeClr>
                  </a:outerShdw>
                </a:effectLst>
                <a:latin typeface="Calibri" panose="020F0502020204030204" pitchFamily="34" charset="0"/>
                <a:sym typeface="Helvetica Light"/>
              </a:rPr>
              <a:t> ∙ </a:t>
            </a:r>
            <a:r>
              <a:rPr lang="en-US" altLang="zh-CN" sz="4000" b="1" dirty="0">
                <a:gradFill>
                  <a:gsLst>
                    <a:gs pos="8000">
                      <a:srgbClr val="FD9C1B"/>
                    </a:gs>
                    <a:gs pos="26000">
                      <a:srgbClr val="F78D35"/>
                    </a:gs>
                    <a:gs pos="50000">
                      <a:srgbClr val="FFC000"/>
                    </a:gs>
                    <a:gs pos="70000">
                      <a:srgbClr val="FD9C1B">
                        <a:shade val="100000"/>
                        <a:satMod val="115000"/>
                      </a:srgbClr>
                    </a:gs>
                  </a:gsLst>
                  <a:lin ang="2700000" scaled="0"/>
                </a:gradFill>
                <a:effectLst>
                  <a:outerShdw blurRad="38100" dist="38100" dir="2700000" algn="tl">
                    <a:schemeClr val="tx1">
                      <a:alpha val="70000"/>
                    </a:schemeClr>
                  </a:outerShdw>
                </a:effectLst>
                <a:latin typeface="Book Antiqua" panose="02040602050305030304" pitchFamily="18" charset="0"/>
                <a:ea typeface="微软雅黑" panose="020B0503020204020204" pitchFamily="34" charset="-122"/>
                <a:sym typeface="Helvetica Light"/>
              </a:rPr>
              <a:t>Diligence</a:t>
            </a:r>
            <a:endParaRPr lang="zh-CN" altLang="en-US" sz="4000" b="1" dirty="0">
              <a:gradFill>
                <a:gsLst>
                  <a:gs pos="8000">
                    <a:srgbClr val="FD9C1B"/>
                  </a:gs>
                  <a:gs pos="26000">
                    <a:srgbClr val="F78D35"/>
                  </a:gs>
                  <a:gs pos="50000">
                    <a:srgbClr val="FFC000"/>
                  </a:gs>
                  <a:gs pos="70000">
                    <a:srgbClr val="FD9C1B">
                      <a:shade val="100000"/>
                      <a:satMod val="115000"/>
                    </a:srgbClr>
                  </a:gs>
                </a:gsLst>
                <a:lin ang="2700000" scaled="0"/>
              </a:gradFill>
              <a:effectLst>
                <a:outerShdw blurRad="38100" dist="38100" dir="2700000" algn="tl">
                  <a:schemeClr val="tx1">
                    <a:alpha val="70000"/>
                  </a:schemeClr>
                </a:outerShdw>
              </a:effectLst>
              <a:latin typeface="Book Antiqua" panose="02040602050305030304" pitchFamily="18" charset="0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112" y="4234182"/>
            <a:ext cx="12183888" cy="1067026"/>
          </a:xfrm>
          <a:prstGeom prst="rect">
            <a:avLst/>
          </a:prstGeom>
          <a:gradFill flip="none" rotWithShape="1">
            <a:gsLst>
              <a:gs pos="0">
                <a:srgbClr val="FD9C1B">
                  <a:shade val="30000"/>
                  <a:satMod val="115000"/>
                </a:srgbClr>
              </a:gs>
              <a:gs pos="30000">
                <a:srgbClr val="FD9C1B">
                  <a:shade val="67500"/>
                  <a:satMod val="115000"/>
                </a:srgbClr>
              </a:gs>
              <a:gs pos="100000">
                <a:schemeClr val="bg1"/>
              </a:gs>
              <a:gs pos="76000">
                <a:srgbClr val="FD9C1B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TextBox 20"/>
          <p:cNvSpPr txBox="1"/>
          <p:nvPr/>
        </p:nvSpPr>
        <p:spPr>
          <a:xfrm>
            <a:off x="1139616" y="4498390"/>
            <a:ext cx="9920877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dirty="0" smtClean="0">
                <a:effectLst>
                  <a:outerShdw blurRad="38100" dist="38100" dir="2700000" algn="tl">
                    <a:schemeClr val="bg1">
                      <a:lumMod val="95000"/>
                      <a:alpha val="43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CUTTING MATERIAL MANAGEMENT SYSTEM</a:t>
            </a:r>
            <a:endParaRPr lang="en-US" altLang="zh-CN" sz="2900" b="1" dirty="0">
              <a:solidFill>
                <a:schemeClr val="bg1"/>
              </a:solidFill>
              <a:effectLst>
                <a:outerShdw blurRad="38100" dist="38100" dir="2700000" algn="tl">
                  <a:schemeClr val="bg1">
                    <a:lumMod val="95000"/>
                    <a:alpha val="43000"/>
                  </a:scheme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5880" y="620688"/>
            <a:ext cx="1751565" cy="1561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122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36" y="836712"/>
            <a:ext cx="11884847" cy="56886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72064" y="1268760"/>
            <a:ext cx="5112568" cy="92333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This is our APC </a:t>
            </a:r>
            <a:r>
              <a:rPr lang="en-GB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Cutting Material Management System </a:t>
            </a:r>
            <a:r>
              <a:rPr lang="en-GB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Portal. You can login username and password provided by MES.</a:t>
            </a:r>
            <a:endParaRPr lang="en-IN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48288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303912" y="159023"/>
            <a:ext cx="2451056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400" b="1" cap="none" spc="0" dirty="0" smtClean="0">
                <a:ln/>
                <a:solidFill>
                  <a:schemeClr val="accent3"/>
                </a:solidFill>
                <a:effectLst/>
              </a:rPr>
              <a:t>This is our frontend Main Page</a:t>
            </a:r>
            <a:endParaRPr lang="en-US" sz="14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4" y="764704"/>
            <a:ext cx="11881320" cy="5724074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 flipH="1">
            <a:off x="5087888" y="466800"/>
            <a:ext cx="432048" cy="720080"/>
          </a:xfrm>
          <a:prstGeom prst="straightConnector1">
            <a:avLst/>
          </a:prstGeom>
          <a:ln w="38100">
            <a:solidFill>
              <a:srgbClr val="DD690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5403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333504" y="286780"/>
            <a:ext cx="8391913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400" b="1" cap="none" spc="0" dirty="0" smtClean="0">
                <a:ln/>
                <a:solidFill>
                  <a:schemeClr val="accent3"/>
                </a:solidFill>
                <a:effectLst/>
              </a:rPr>
              <a:t>Here we can check the schedule data , based on production schedule and check material status for click button</a:t>
            </a:r>
            <a:endParaRPr lang="en-US" sz="14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4" y="980728"/>
            <a:ext cx="11665296" cy="5622709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 flipH="1">
            <a:off x="3431704" y="620688"/>
            <a:ext cx="1872208" cy="2592288"/>
          </a:xfrm>
          <a:prstGeom prst="straightConnector1">
            <a:avLst/>
          </a:prstGeom>
          <a:ln w="38100">
            <a:solidFill>
              <a:srgbClr val="DD690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453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847528" y="98048"/>
            <a:ext cx="3350313" cy="73866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400" b="1" cap="none" spc="0" dirty="0" smtClean="0">
                <a:ln/>
                <a:solidFill>
                  <a:schemeClr val="accent3"/>
                </a:solidFill>
                <a:effectLst/>
              </a:rPr>
              <a:t>Here we check that how many </a:t>
            </a:r>
            <a:r>
              <a:rPr lang="en-US" sz="1400" b="1" cap="none" spc="0" dirty="0" err="1" smtClean="0">
                <a:ln/>
                <a:solidFill>
                  <a:schemeClr val="accent3"/>
                </a:solidFill>
                <a:effectLst/>
              </a:rPr>
              <a:t>pos</a:t>
            </a:r>
            <a:r>
              <a:rPr lang="en-US" sz="1400" b="1" cap="none" spc="0" dirty="0" smtClean="0">
                <a:ln/>
                <a:solidFill>
                  <a:schemeClr val="accent3"/>
                </a:solidFill>
                <a:effectLst/>
              </a:rPr>
              <a:t> are ready to cutting and how many are not ready and total </a:t>
            </a:r>
            <a:r>
              <a:rPr lang="en-US" sz="1400" b="1" cap="none" spc="0" dirty="0" err="1" smtClean="0">
                <a:ln/>
                <a:solidFill>
                  <a:schemeClr val="accent3"/>
                </a:solidFill>
                <a:effectLst/>
              </a:rPr>
              <a:t>pos</a:t>
            </a:r>
            <a:endParaRPr lang="en-US" sz="14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4" y="980728"/>
            <a:ext cx="11665296" cy="5622709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>
            <a:off x="3719736" y="854714"/>
            <a:ext cx="360040" cy="1602178"/>
          </a:xfrm>
          <a:prstGeom prst="straightConnector1">
            <a:avLst/>
          </a:prstGeom>
          <a:ln w="38100">
            <a:solidFill>
              <a:srgbClr val="DD690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343472" y="2492896"/>
            <a:ext cx="7848872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10488488" y="836712"/>
            <a:ext cx="504056" cy="675947"/>
          </a:xfrm>
          <a:prstGeom prst="straightConnector1">
            <a:avLst/>
          </a:prstGeom>
          <a:ln w="38100">
            <a:solidFill>
              <a:srgbClr val="DD690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517187" y="118754"/>
            <a:ext cx="3350313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400" b="1" cap="none" spc="0" dirty="0" smtClean="0">
                <a:ln/>
                <a:solidFill>
                  <a:schemeClr val="accent3"/>
                </a:solidFill>
                <a:effectLst/>
              </a:rPr>
              <a:t>Here we will send escalation to departments </a:t>
            </a:r>
            <a:endParaRPr lang="en-US" sz="1400" b="1" cap="none" spc="0" dirty="0">
              <a:ln/>
              <a:solidFill>
                <a:schemeClr val="accent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86778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63552" y="267906"/>
            <a:ext cx="3350313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400" b="1" cap="none" spc="0" dirty="0" smtClean="0">
                <a:ln/>
                <a:solidFill>
                  <a:schemeClr val="accent3"/>
                </a:solidFill>
                <a:effectLst/>
              </a:rPr>
              <a:t>Here we check material status for each material </a:t>
            </a:r>
            <a:endParaRPr lang="en-US" sz="14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60" y="1268760"/>
            <a:ext cx="11304582" cy="5422667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>
            <a:off x="4007768" y="836712"/>
            <a:ext cx="360040" cy="1602178"/>
          </a:xfrm>
          <a:prstGeom prst="straightConnector1">
            <a:avLst/>
          </a:prstGeom>
          <a:ln w="38100">
            <a:solidFill>
              <a:srgbClr val="DD690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70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63552" y="267906"/>
            <a:ext cx="3350313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400" b="1" cap="none" spc="0" dirty="0" smtClean="0">
                <a:ln/>
                <a:solidFill>
                  <a:schemeClr val="accent3"/>
                </a:solidFill>
                <a:effectLst/>
              </a:rPr>
              <a:t>This function is used to check bulk schedule data </a:t>
            </a:r>
            <a:endParaRPr lang="en-US" sz="14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4" y="1052736"/>
            <a:ext cx="11665817" cy="5626326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>
            <a:off x="4007768" y="836712"/>
            <a:ext cx="360040" cy="1602178"/>
          </a:xfrm>
          <a:prstGeom prst="straightConnector1">
            <a:avLst/>
          </a:prstGeom>
          <a:ln w="38100">
            <a:solidFill>
              <a:srgbClr val="DD690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4306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63552" y="267906"/>
            <a:ext cx="3350313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400" b="1" cap="none" spc="0" dirty="0" smtClean="0">
                <a:ln/>
                <a:solidFill>
                  <a:schemeClr val="accent3"/>
                </a:solidFill>
                <a:effectLst/>
              </a:rPr>
              <a:t>This function is used to check size wise schedule dat</a:t>
            </a:r>
            <a:r>
              <a:rPr lang="en-US" sz="1400" b="1" dirty="0" smtClean="0">
                <a:ln/>
                <a:solidFill>
                  <a:schemeClr val="accent3"/>
                </a:solidFill>
              </a:rPr>
              <a:t>a for  SO </a:t>
            </a:r>
            <a:endParaRPr lang="en-US" sz="14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60" y="1052736"/>
            <a:ext cx="11377785" cy="5499263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>
            <a:off x="4007768" y="836712"/>
            <a:ext cx="360040" cy="1602178"/>
          </a:xfrm>
          <a:prstGeom prst="straightConnector1">
            <a:avLst/>
          </a:prstGeom>
          <a:ln w="38100">
            <a:solidFill>
              <a:srgbClr val="DD690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706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-24268" y="27384"/>
            <a:ext cx="12192000" cy="6858000"/>
          </a:xfrm>
          <a:prstGeom prst="rect">
            <a:avLst/>
          </a:prstGeom>
          <a:blipFill>
            <a:blip r:embed="rId2">
              <a:alphaModFix amt="12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梯形 6"/>
          <p:cNvSpPr/>
          <p:nvPr/>
        </p:nvSpPr>
        <p:spPr>
          <a:xfrm rot="3508230">
            <a:off x="7229345" y="1400621"/>
            <a:ext cx="5725792" cy="2247896"/>
          </a:xfrm>
          <a:custGeom>
            <a:avLst/>
            <a:gdLst>
              <a:gd name="connsiteX0" fmla="*/ 0 w 4177953"/>
              <a:gd name="connsiteY0" fmla="*/ 1662681 h 1662681"/>
              <a:gd name="connsiteX1" fmla="*/ 415670 w 4177953"/>
              <a:gd name="connsiteY1" fmla="*/ 0 h 1662681"/>
              <a:gd name="connsiteX2" fmla="*/ 3762283 w 4177953"/>
              <a:gd name="connsiteY2" fmla="*/ 0 h 1662681"/>
              <a:gd name="connsiteX3" fmla="*/ 4177953 w 4177953"/>
              <a:gd name="connsiteY3" fmla="*/ 1662681 h 1662681"/>
              <a:gd name="connsiteX4" fmla="*/ 0 w 4177953"/>
              <a:gd name="connsiteY4" fmla="*/ 1662681 h 1662681"/>
              <a:gd name="connsiteX0" fmla="*/ 0 w 4177953"/>
              <a:gd name="connsiteY0" fmla="*/ 1662681 h 1662681"/>
              <a:gd name="connsiteX1" fmla="*/ 415670 w 4177953"/>
              <a:gd name="connsiteY1" fmla="*/ 0 h 1662681"/>
              <a:gd name="connsiteX2" fmla="*/ 3218837 w 4177953"/>
              <a:gd name="connsiteY2" fmla="*/ 170469 h 1662681"/>
              <a:gd name="connsiteX3" fmla="*/ 4177953 w 4177953"/>
              <a:gd name="connsiteY3" fmla="*/ 1662681 h 1662681"/>
              <a:gd name="connsiteX4" fmla="*/ 0 w 4177953"/>
              <a:gd name="connsiteY4" fmla="*/ 1662681 h 1662681"/>
              <a:gd name="connsiteX0" fmla="*/ 0 w 4177953"/>
              <a:gd name="connsiteY0" fmla="*/ 1662681 h 1662681"/>
              <a:gd name="connsiteX1" fmla="*/ 415670 w 4177953"/>
              <a:gd name="connsiteY1" fmla="*/ 0 h 1662681"/>
              <a:gd name="connsiteX2" fmla="*/ 2870499 w 4177953"/>
              <a:gd name="connsiteY2" fmla="*/ 314351 h 1662681"/>
              <a:gd name="connsiteX3" fmla="*/ 4177953 w 4177953"/>
              <a:gd name="connsiteY3" fmla="*/ 1662681 h 1662681"/>
              <a:gd name="connsiteX4" fmla="*/ 0 w 4177953"/>
              <a:gd name="connsiteY4" fmla="*/ 1662681 h 1662681"/>
              <a:gd name="connsiteX0" fmla="*/ 0 w 4177953"/>
              <a:gd name="connsiteY0" fmla="*/ 1695362 h 1695362"/>
              <a:gd name="connsiteX1" fmla="*/ 415670 w 4177953"/>
              <a:gd name="connsiteY1" fmla="*/ 32681 h 1695362"/>
              <a:gd name="connsiteX2" fmla="*/ 3099661 w 4177953"/>
              <a:gd name="connsiteY2" fmla="*/ 0 h 1695362"/>
              <a:gd name="connsiteX3" fmla="*/ 4177953 w 4177953"/>
              <a:gd name="connsiteY3" fmla="*/ 1695362 h 1695362"/>
              <a:gd name="connsiteX4" fmla="*/ 0 w 4177953"/>
              <a:gd name="connsiteY4" fmla="*/ 1695362 h 1695362"/>
              <a:gd name="connsiteX0" fmla="*/ 0 w 4177953"/>
              <a:gd name="connsiteY0" fmla="*/ 1825107 h 1825107"/>
              <a:gd name="connsiteX1" fmla="*/ 1051706 w 4177953"/>
              <a:gd name="connsiteY1" fmla="*/ 0 h 1825107"/>
              <a:gd name="connsiteX2" fmla="*/ 3099661 w 4177953"/>
              <a:gd name="connsiteY2" fmla="*/ 129745 h 1825107"/>
              <a:gd name="connsiteX3" fmla="*/ 4177953 w 4177953"/>
              <a:gd name="connsiteY3" fmla="*/ 1825107 h 1825107"/>
              <a:gd name="connsiteX4" fmla="*/ 0 w 4177953"/>
              <a:gd name="connsiteY4" fmla="*/ 1825107 h 1825107"/>
              <a:gd name="connsiteX0" fmla="*/ 0 w 4242361"/>
              <a:gd name="connsiteY0" fmla="*/ 1850608 h 1850608"/>
              <a:gd name="connsiteX1" fmla="*/ 1116114 w 4242361"/>
              <a:gd name="connsiteY1" fmla="*/ 0 h 1850608"/>
              <a:gd name="connsiteX2" fmla="*/ 3164069 w 4242361"/>
              <a:gd name="connsiteY2" fmla="*/ 129745 h 1850608"/>
              <a:gd name="connsiteX3" fmla="*/ 4242361 w 4242361"/>
              <a:gd name="connsiteY3" fmla="*/ 1825107 h 1850608"/>
              <a:gd name="connsiteX4" fmla="*/ 0 w 4242361"/>
              <a:gd name="connsiteY4" fmla="*/ 1850608 h 1850608"/>
              <a:gd name="connsiteX0" fmla="*/ 0 w 3956768"/>
              <a:gd name="connsiteY0" fmla="*/ 1850608 h 1850608"/>
              <a:gd name="connsiteX1" fmla="*/ 1116114 w 3956768"/>
              <a:gd name="connsiteY1" fmla="*/ 0 h 1850608"/>
              <a:gd name="connsiteX2" fmla="*/ 3164069 w 3956768"/>
              <a:gd name="connsiteY2" fmla="*/ 129745 h 1850608"/>
              <a:gd name="connsiteX3" fmla="*/ 3956768 w 3956768"/>
              <a:gd name="connsiteY3" fmla="*/ 1389827 h 1850608"/>
              <a:gd name="connsiteX4" fmla="*/ 0 w 3956768"/>
              <a:gd name="connsiteY4" fmla="*/ 1850608 h 1850608"/>
              <a:gd name="connsiteX0" fmla="*/ 0 w 4143322"/>
              <a:gd name="connsiteY0" fmla="*/ 1850608 h 1850608"/>
              <a:gd name="connsiteX1" fmla="*/ 1116114 w 4143322"/>
              <a:gd name="connsiteY1" fmla="*/ 0 h 1850608"/>
              <a:gd name="connsiteX2" fmla="*/ 3164069 w 4143322"/>
              <a:gd name="connsiteY2" fmla="*/ 129745 h 1850608"/>
              <a:gd name="connsiteX3" fmla="*/ 4143322 w 4143322"/>
              <a:gd name="connsiteY3" fmla="*/ 1748092 h 1850608"/>
              <a:gd name="connsiteX4" fmla="*/ 0 w 4143322"/>
              <a:gd name="connsiteY4" fmla="*/ 1850608 h 1850608"/>
              <a:gd name="connsiteX0" fmla="*/ 0 w 4015591"/>
              <a:gd name="connsiteY0" fmla="*/ 1668906 h 1748092"/>
              <a:gd name="connsiteX1" fmla="*/ 988383 w 4015591"/>
              <a:gd name="connsiteY1" fmla="*/ 0 h 1748092"/>
              <a:gd name="connsiteX2" fmla="*/ 3036338 w 4015591"/>
              <a:gd name="connsiteY2" fmla="*/ 129745 h 1748092"/>
              <a:gd name="connsiteX3" fmla="*/ 4015591 w 4015591"/>
              <a:gd name="connsiteY3" fmla="*/ 1748092 h 1748092"/>
              <a:gd name="connsiteX4" fmla="*/ 0 w 4015591"/>
              <a:gd name="connsiteY4" fmla="*/ 1668906 h 1748092"/>
              <a:gd name="connsiteX0" fmla="*/ 0 w 4121585"/>
              <a:gd name="connsiteY0" fmla="*/ 1815181 h 1815181"/>
              <a:gd name="connsiteX1" fmla="*/ 1094377 w 4121585"/>
              <a:gd name="connsiteY1" fmla="*/ 0 h 1815181"/>
              <a:gd name="connsiteX2" fmla="*/ 3142332 w 4121585"/>
              <a:gd name="connsiteY2" fmla="*/ 129745 h 1815181"/>
              <a:gd name="connsiteX3" fmla="*/ 4121585 w 4121585"/>
              <a:gd name="connsiteY3" fmla="*/ 1748092 h 1815181"/>
              <a:gd name="connsiteX4" fmla="*/ 0 w 4121585"/>
              <a:gd name="connsiteY4" fmla="*/ 1815181 h 1815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21585" h="1815181">
                <a:moveTo>
                  <a:pt x="0" y="1815181"/>
                </a:moveTo>
                <a:lnTo>
                  <a:pt x="1094377" y="0"/>
                </a:lnTo>
                <a:lnTo>
                  <a:pt x="3142332" y="129745"/>
                </a:lnTo>
                <a:lnTo>
                  <a:pt x="4121585" y="1748092"/>
                </a:lnTo>
                <a:lnTo>
                  <a:pt x="0" y="1815181"/>
                </a:lnTo>
                <a:close/>
              </a:path>
            </a:pathLst>
          </a:custGeom>
          <a:solidFill>
            <a:srgbClr val="EB8803"/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dirty="0">
              <a:latin typeface="字魂58号-创中黑" panose="00000500000000000000" pitchFamily="2" charset="-122"/>
              <a:ea typeface="字魂58号-创中黑" panose="00000500000000000000" pitchFamily="2" charset="-122"/>
              <a:cs typeface="+mn-ea"/>
              <a:sym typeface="字魂58号-创中黑" panose="00000500000000000000" pitchFamily="2" charset="-122"/>
            </a:endParaRPr>
          </a:p>
        </p:txBody>
      </p:sp>
      <p:sp>
        <p:nvSpPr>
          <p:cNvPr id="10" name="矩形 2"/>
          <p:cNvSpPr/>
          <p:nvPr/>
        </p:nvSpPr>
        <p:spPr>
          <a:xfrm>
            <a:off x="11124" y="3623949"/>
            <a:ext cx="7395498" cy="1197166"/>
          </a:xfrm>
          <a:custGeom>
            <a:avLst/>
            <a:gdLst>
              <a:gd name="connsiteX0" fmla="*/ 0 w 7668344"/>
              <a:gd name="connsiteY0" fmla="*/ 0 h 1512168"/>
              <a:gd name="connsiteX1" fmla="*/ 7668344 w 7668344"/>
              <a:gd name="connsiteY1" fmla="*/ 0 h 1512168"/>
              <a:gd name="connsiteX2" fmla="*/ 7668344 w 7668344"/>
              <a:gd name="connsiteY2" fmla="*/ 1512168 h 1512168"/>
              <a:gd name="connsiteX3" fmla="*/ 0 w 7668344"/>
              <a:gd name="connsiteY3" fmla="*/ 1512168 h 1512168"/>
              <a:gd name="connsiteX4" fmla="*/ 0 w 7668344"/>
              <a:gd name="connsiteY4" fmla="*/ 0 h 1512168"/>
              <a:gd name="connsiteX0" fmla="*/ 0 w 7668344"/>
              <a:gd name="connsiteY0" fmla="*/ 0 h 1512168"/>
              <a:gd name="connsiteX1" fmla="*/ 6818112 w 7668344"/>
              <a:gd name="connsiteY1" fmla="*/ 0 h 1512168"/>
              <a:gd name="connsiteX2" fmla="*/ 7668344 w 7668344"/>
              <a:gd name="connsiteY2" fmla="*/ 1512168 h 1512168"/>
              <a:gd name="connsiteX3" fmla="*/ 0 w 7668344"/>
              <a:gd name="connsiteY3" fmla="*/ 1512168 h 1512168"/>
              <a:gd name="connsiteX4" fmla="*/ 0 w 7668344"/>
              <a:gd name="connsiteY4" fmla="*/ 0 h 1512168"/>
              <a:gd name="connsiteX0" fmla="*/ 1773044 w 7668344"/>
              <a:gd name="connsiteY0" fmla="*/ 0 h 1516071"/>
              <a:gd name="connsiteX1" fmla="*/ 6818112 w 7668344"/>
              <a:gd name="connsiteY1" fmla="*/ 3903 h 1516071"/>
              <a:gd name="connsiteX2" fmla="*/ 7668344 w 7668344"/>
              <a:gd name="connsiteY2" fmla="*/ 1516071 h 1516071"/>
              <a:gd name="connsiteX3" fmla="*/ 0 w 7668344"/>
              <a:gd name="connsiteY3" fmla="*/ 1516071 h 1516071"/>
              <a:gd name="connsiteX4" fmla="*/ 1773044 w 7668344"/>
              <a:gd name="connsiteY4" fmla="*/ 0 h 1516071"/>
              <a:gd name="connsiteX0" fmla="*/ 11151 w 5906451"/>
              <a:gd name="connsiteY0" fmla="*/ 0 h 1516071"/>
              <a:gd name="connsiteX1" fmla="*/ 5056219 w 5906451"/>
              <a:gd name="connsiteY1" fmla="*/ 3903 h 1516071"/>
              <a:gd name="connsiteX2" fmla="*/ 5906451 w 5906451"/>
              <a:gd name="connsiteY2" fmla="*/ 1516071 h 1516071"/>
              <a:gd name="connsiteX3" fmla="*/ 0 w 5906451"/>
              <a:gd name="connsiteY3" fmla="*/ 1516071 h 1516071"/>
              <a:gd name="connsiteX4" fmla="*/ 11151 w 5906451"/>
              <a:gd name="connsiteY4" fmla="*/ 0 h 1516071"/>
              <a:gd name="connsiteX0" fmla="*/ 0 w 5910168"/>
              <a:gd name="connsiteY0" fmla="*/ 0 h 1516071"/>
              <a:gd name="connsiteX1" fmla="*/ 5059936 w 5910168"/>
              <a:gd name="connsiteY1" fmla="*/ 3903 h 1516071"/>
              <a:gd name="connsiteX2" fmla="*/ 5910168 w 5910168"/>
              <a:gd name="connsiteY2" fmla="*/ 1516071 h 1516071"/>
              <a:gd name="connsiteX3" fmla="*/ 3717 w 5910168"/>
              <a:gd name="connsiteY3" fmla="*/ 1516071 h 1516071"/>
              <a:gd name="connsiteX4" fmla="*/ 0 w 5910168"/>
              <a:gd name="connsiteY4" fmla="*/ 0 h 1516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10168" h="1516071">
                <a:moveTo>
                  <a:pt x="0" y="0"/>
                </a:moveTo>
                <a:lnTo>
                  <a:pt x="5059936" y="3903"/>
                </a:lnTo>
                <a:lnTo>
                  <a:pt x="5910168" y="1516071"/>
                </a:lnTo>
                <a:lnTo>
                  <a:pt x="3717" y="1516071"/>
                </a:lnTo>
                <a:lnTo>
                  <a:pt x="0" y="0"/>
                </a:lnTo>
                <a:close/>
              </a:path>
            </a:pathLst>
          </a:custGeom>
          <a:solidFill>
            <a:srgbClr val="E46C0A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dirty="0">
              <a:latin typeface="字魂58号-创中黑" panose="00000500000000000000" pitchFamily="2" charset="-122"/>
              <a:ea typeface="字魂58号-创中黑" panose="00000500000000000000" pitchFamily="2" charset="-122"/>
              <a:cs typeface="+mn-ea"/>
              <a:sym typeface="字魂58号-创中黑" panose="00000500000000000000" pitchFamily="2" charset="-122"/>
            </a:endParaRPr>
          </a:p>
        </p:txBody>
      </p:sp>
      <p:sp>
        <p:nvSpPr>
          <p:cNvPr id="11" name="矩形 2"/>
          <p:cNvSpPr/>
          <p:nvPr/>
        </p:nvSpPr>
        <p:spPr>
          <a:xfrm>
            <a:off x="-7278" y="4875871"/>
            <a:ext cx="7936130" cy="829549"/>
          </a:xfrm>
          <a:custGeom>
            <a:avLst/>
            <a:gdLst>
              <a:gd name="connsiteX0" fmla="*/ 0 w 7668344"/>
              <a:gd name="connsiteY0" fmla="*/ 0 h 1512168"/>
              <a:gd name="connsiteX1" fmla="*/ 7668344 w 7668344"/>
              <a:gd name="connsiteY1" fmla="*/ 0 h 1512168"/>
              <a:gd name="connsiteX2" fmla="*/ 7668344 w 7668344"/>
              <a:gd name="connsiteY2" fmla="*/ 1512168 h 1512168"/>
              <a:gd name="connsiteX3" fmla="*/ 0 w 7668344"/>
              <a:gd name="connsiteY3" fmla="*/ 1512168 h 1512168"/>
              <a:gd name="connsiteX4" fmla="*/ 0 w 7668344"/>
              <a:gd name="connsiteY4" fmla="*/ 0 h 1512168"/>
              <a:gd name="connsiteX0" fmla="*/ 0 w 7668344"/>
              <a:gd name="connsiteY0" fmla="*/ 0 h 1512168"/>
              <a:gd name="connsiteX1" fmla="*/ 6818112 w 7668344"/>
              <a:gd name="connsiteY1" fmla="*/ 0 h 1512168"/>
              <a:gd name="connsiteX2" fmla="*/ 7668344 w 7668344"/>
              <a:gd name="connsiteY2" fmla="*/ 1512168 h 1512168"/>
              <a:gd name="connsiteX3" fmla="*/ 0 w 7668344"/>
              <a:gd name="connsiteY3" fmla="*/ 1512168 h 1512168"/>
              <a:gd name="connsiteX4" fmla="*/ 0 w 7668344"/>
              <a:gd name="connsiteY4" fmla="*/ 0 h 1512168"/>
              <a:gd name="connsiteX0" fmla="*/ 0 w 7668344"/>
              <a:gd name="connsiteY0" fmla="*/ 0 h 1512168"/>
              <a:gd name="connsiteX1" fmla="*/ 7208701 w 7668344"/>
              <a:gd name="connsiteY1" fmla="*/ 0 h 1512168"/>
              <a:gd name="connsiteX2" fmla="*/ 7668344 w 7668344"/>
              <a:gd name="connsiteY2" fmla="*/ 1512168 h 1512168"/>
              <a:gd name="connsiteX3" fmla="*/ 0 w 7668344"/>
              <a:gd name="connsiteY3" fmla="*/ 1512168 h 1512168"/>
              <a:gd name="connsiteX4" fmla="*/ 0 w 7668344"/>
              <a:gd name="connsiteY4" fmla="*/ 0 h 1512168"/>
              <a:gd name="connsiteX0" fmla="*/ 0 w 7668344"/>
              <a:gd name="connsiteY0" fmla="*/ 26019 h 1538187"/>
              <a:gd name="connsiteX1" fmla="*/ 7282597 w 7668344"/>
              <a:gd name="connsiteY1" fmla="*/ 0 h 1538187"/>
              <a:gd name="connsiteX2" fmla="*/ 7668344 w 7668344"/>
              <a:gd name="connsiteY2" fmla="*/ 1538187 h 1538187"/>
              <a:gd name="connsiteX3" fmla="*/ 0 w 7668344"/>
              <a:gd name="connsiteY3" fmla="*/ 1538187 h 1538187"/>
              <a:gd name="connsiteX4" fmla="*/ 0 w 7668344"/>
              <a:gd name="connsiteY4" fmla="*/ 26019 h 1538187"/>
              <a:gd name="connsiteX0" fmla="*/ 1664400 w 7668344"/>
              <a:gd name="connsiteY0" fmla="*/ 17346 h 1538187"/>
              <a:gd name="connsiteX1" fmla="*/ 7282597 w 7668344"/>
              <a:gd name="connsiteY1" fmla="*/ 0 h 1538187"/>
              <a:gd name="connsiteX2" fmla="*/ 7668344 w 7668344"/>
              <a:gd name="connsiteY2" fmla="*/ 1538187 h 1538187"/>
              <a:gd name="connsiteX3" fmla="*/ 0 w 7668344"/>
              <a:gd name="connsiteY3" fmla="*/ 1538187 h 1538187"/>
              <a:gd name="connsiteX4" fmla="*/ 1664400 w 7668344"/>
              <a:gd name="connsiteY4" fmla="*/ 17346 h 1538187"/>
              <a:gd name="connsiteX0" fmla="*/ 0 w 6003944"/>
              <a:gd name="connsiteY0" fmla="*/ 17346 h 1546860"/>
              <a:gd name="connsiteX1" fmla="*/ 5618197 w 6003944"/>
              <a:gd name="connsiteY1" fmla="*/ 0 h 1546860"/>
              <a:gd name="connsiteX2" fmla="*/ 6003944 w 6003944"/>
              <a:gd name="connsiteY2" fmla="*/ 1538187 h 1546860"/>
              <a:gd name="connsiteX3" fmla="*/ 3519 w 6003944"/>
              <a:gd name="connsiteY3" fmla="*/ 1546860 h 1546860"/>
              <a:gd name="connsiteX4" fmla="*/ 0 w 6003944"/>
              <a:gd name="connsiteY4" fmla="*/ 17346 h 1546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03944" h="1546860">
                <a:moveTo>
                  <a:pt x="0" y="17346"/>
                </a:moveTo>
                <a:lnTo>
                  <a:pt x="5618197" y="0"/>
                </a:lnTo>
                <a:lnTo>
                  <a:pt x="6003944" y="1538187"/>
                </a:lnTo>
                <a:lnTo>
                  <a:pt x="3519" y="1546860"/>
                </a:lnTo>
                <a:lnTo>
                  <a:pt x="0" y="17346"/>
                </a:lnTo>
                <a:close/>
              </a:path>
            </a:pathLst>
          </a:custGeom>
          <a:solidFill>
            <a:srgbClr val="EB8803"/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dirty="0">
              <a:latin typeface="字魂58号-创中黑" panose="00000500000000000000" pitchFamily="2" charset="-122"/>
              <a:ea typeface="字魂58号-创中黑" panose="00000500000000000000" pitchFamily="2" charset="-122"/>
              <a:cs typeface="+mn-ea"/>
              <a:sym typeface="字魂58号-创中黑" panose="00000500000000000000" pitchFamily="2" charset="-122"/>
            </a:endParaRPr>
          </a:p>
        </p:txBody>
      </p:sp>
      <p:sp>
        <p:nvSpPr>
          <p:cNvPr id="53" name="Freeform 5"/>
          <p:cNvSpPr/>
          <p:nvPr/>
        </p:nvSpPr>
        <p:spPr bwMode="auto">
          <a:xfrm>
            <a:off x="6129175" y="974138"/>
            <a:ext cx="5320296" cy="4740173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rgbClr val="FDAB3D"/>
          </a:solidFill>
          <a:ln w="19050"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wrap="square" lIns="91440" tIns="45720" rIns="91440" bIns="45720" numCol="1" anchor="t" anchorCtr="0" compatLnSpc="1"/>
          <a:lstStyle/>
          <a:p>
            <a:pPr>
              <a:defRPr/>
            </a:pPr>
            <a:endParaRPr lang="zh-CN" altLang="en-US" kern="0">
              <a:solidFill>
                <a:prstClr val="black"/>
              </a:solidFill>
            </a:endParaRPr>
          </a:p>
        </p:txBody>
      </p:sp>
      <p:sp>
        <p:nvSpPr>
          <p:cNvPr id="13" name="平行四边形 8"/>
          <p:cNvSpPr/>
          <p:nvPr/>
        </p:nvSpPr>
        <p:spPr>
          <a:xfrm flipH="1">
            <a:off x="10662014" y="996409"/>
            <a:ext cx="885178" cy="1051398"/>
          </a:xfrm>
          <a:custGeom>
            <a:avLst/>
            <a:gdLst>
              <a:gd name="connsiteX0" fmla="*/ 0 w 412278"/>
              <a:gd name="connsiteY0" fmla="*/ 1152128 h 1152128"/>
              <a:gd name="connsiteX1" fmla="*/ 103070 w 412278"/>
              <a:gd name="connsiteY1" fmla="*/ 0 h 1152128"/>
              <a:gd name="connsiteX2" fmla="*/ 412278 w 412278"/>
              <a:gd name="connsiteY2" fmla="*/ 0 h 1152128"/>
              <a:gd name="connsiteX3" fmla="*/ 309209 w 412278"/>
              <a:gd name="connsiteY3" fmla="*/ 1152128 h 1152128"/>
              <a:gd name="connsiteX4" fmla="*/ 0 w 412278"/>
              <a:gd name="connsiteY4" fmla="*/ 1152128 h 1152128"/>
              <a:gd name="connsiteX0" fmla="*/ 0 w 724006"/>
              <a:gd name="connsiteY0" fmla="*/ 871574 h 1152128"/>
              <a:gd name="connsiteX1" fmla="*/ 414798 w 724006"/>
              <a:gd name="connsiteY1" fmla="*/ 0 h 1152128"/>
              <a:gd name="connsiteX2" fmla="*/ 724006 w 724006"/>
              <a:gd name="connsiteY2" fmla="*/ 0 h 1152128"/>
              <a:gd name="connsiteX3" fmla="*/ 620937 w 724006"/>
              <a:gd name="connsiteY3" fmla="*/ 1152128 h 1152128"/>
              <a:gd name="connsiteX4" fmla="*/ 0 w 724006"/>
              <a:gd name="connsiteY4" fmla="*/ 871574 h 1152128"/>
              <a:gd name="connsiteX0" fmla="*/ 0 w 724006"/>
              <a:gd name="connsiteY0" fmla="*/ 871574 h 871574"/>
              <a:gd name="connsiteX1" fmla="*/ 414798 w 724006"/>
              <a:gd name="connsiteY1" fmla="*/ 0 h 871574"/>
              <a:gd name="connsiteX2" fmla="*/ 724006 w 724006"/>
              <a:gd name="connsiteY2" fmla="*/ 0 h 871574"/>
              <a:gd name="connsiteX3" fmla="*/ 252060 w 724006"/>
              <a:gd name="connsiteY3" fmla="*/ 855987 h 871574"/>
              <a:gd name="connsiteX4" fmla="*/ 0 w 724006"/>
              <a:gd name="connsiteY4" fmla="*/ 871574 h 871574"/>
              <a:gd name="connsiteX0" fmla="*/ 0 w 724006"/>
              <a:gd name="connsiteY0" fmla="*/ 871574 h 876769"/>
              <a:gd name="connsiteX1" fmla="*/ 414798 w 724006"/>
              <a:gd name="connsiteY1" fmla="*/ 0 h 876769"/>
              <a:gd name="connsiteX2" fmla="*/ 724006 w 724006"/>
              <a:gd name="connsiteY2" fmla="*/ 0 h 876769"/>
              <a:gd name="connsiteX3" fmla="*/ 314405 w 724006"/>
              <a:gd name="connsiteY3" fmla="*/ 876769 h 876769"/>
              <a:gd name="connsiteX4" fmla="*/ 0 w 724006"/>
              <a:gd name="connsiteY4" fmla="*/ 871574 h 876769"/>
              <a:gd name="connsiteX0" fmla="*/ 0 w 781156"/>
              <a:gd name="connsiteY0" fmla="*/ 907942 h 913137"/>
              <a:gd name="connsiteX1" fmla="*/ 414798 w 781156"/>
              <a:gd name="connsiteY1" fmla="*/ 36368 h 913137"/>
              <a:gd name="connsiteX2" fmla="*/ 781156 w 781156"/>
              <a:gd name="connsiteY2" fmla="*/ 0 h 913137"/>
              <a:gd name="connsiteX3" fmla="*/ 314405 w 781156"/>
              <a:gd name="connsiteY3" fmla="*/ 913137 h 913137"/>
              <a:gd name="connsiteX4" fmla="*/ 0 w 781156"/>
              <a:gd name="connsiteY4" fmla="*/ 907942 h 913137"/>
              <a:gd name="connsiteX0" fmla="*/ 0 w 781156"/>
              <a:gd name="connsiteY0" fmla="*/ 907942 h 913137"/>
              <a:gd name="connsiteX1" fmla="*/ 435580 w 781156"/>
              <a:gd name="connsiteY1" fmla="*/ 5196 h 913137"/>
              <a:gd name="connsiteX2" fmla="*/ 781156 w 781156"/>
              <a:gd name="connsiteY2" fmla="*/ 0 h 913137"/>
              <a:gd name="connsiteX3" fmla="*/ 314405 w 781156"/>
              <a:gd name="connsiteY3" fmla="*/ 913137 h 913137"/>
              <a:gd name="connsiteX4" fmla="*/ 0 w 781156"/>
              <a:gd name="connsiteY4" fmla="*/ 907942 h 913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156" h="913137">
                <a:moveTo>
                  <a:pt x="0" y="907942"/>
                </a:moveTo>
                <a:lnTo>
                  <a:pt x="435580" y="5196"/>
                </a:lnTo>
                <a:lnTo>
                  <a:pt x="781156" y="0"/>
                </a:lnTo>
                <a:lnTo>
                  <a:pt x="314405" y="913137"/>
                </a:lnTo>
                <a:lnTo>
                  <a:pt x="0" y="907942"/>
                </a:lnTo>
                <a:close/>
              </a:path>
            </a:pathLst>
          </a:custGeom>
          <a:solidFill>
            <a:srgbClr val="EB8803"/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dirty="0">
              <a:latin typeface="字魂58号-创中黑" panose="00000500000000000000" pitchFamily="2" charset="-122"/>
              <a:ea typeface="字魂58号-创中黑" panose="00000500000000000000" pitchFamily="2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51385" y="865385"/>
            <a:ext cx="5076026" cy="2480068"/>
            <a:chOff x="2182301" y="5340"/>
            <a:chExt cx="4651348" cy="2204407"/>
          </a:xfrm>
        </p:grpSpPr>
        <p:pic>
          <p:nvPicPr>
            <p:cNvPr id="7" name="Picture 44"/>
            <p:cNvPicPr>
              <a:picLocks noChangeAspect="1" noChangeArrowheads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27784" y="5340"/>
              <a:ext cx="3875838" cy="2052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TextBox 7"/>
            <p:cNvSpPr txBox="1"/>
            <p:nvPr/>
          </p:nvSpPr>
          <p:spPr>
            <a:xfrm>
              <a:off x="2182301" y="1780924"/>
              <a:ext cx="4651348" cy="42882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algn="ctr" defTabSz="584200" hangingPunct="0"/>
              <a:r>
                <a:rPr lang="en-US" altLang="zh-CN" dirty="0">
                  <a:solidFill>
                    <a:srgbClr val="F79646"/>
                  </a:solidFill>
                  <a:latin typeface="Calibri" panose="020F0502020204030204" pitchFamily="34" charset="0"/>
                  <a:sym typeface="Helvetica Light"/>
                </a:rPr>
                <a:t>Loyalty ∙  Practicability ∙ Quality ∙ Diligence</a:t>
              </a:r>
              <a:endParaRPr lang="zh-CN" altLang="en-US" dirty="0">
                <a:solidFill>
                  <a:srgbClr val="F79646"/>
                </a:solidFill>
                <a:latin typeface="Calibri" panose="020F0502020204030204" pitchFamily="34" charset="0"/>
                <a:sym typeface="Helvetica Ligh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96E098C9-8325-42C0-BE69-6B51AE4A86EA}"/>
              </a:ext>
            </a:extLst>
          </p:cNvPr>
          <p:cNvSpPr/>
          <p:nvPr/>
        </p:nvSpPr>
        <p:spPr>
          <a:xfrm>
            <a:off x="1337984" y="3933056"/>
            <a:ext cx="396275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+mj-lt"/>
              </a:rPr>
              <a:t>THE END &amp; THANKS</a:t>
            </a:r>
            <a:endParaRPr lang="zh-CN" altLang="zh-CN" sz="360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8048" y="1340768"/>
            <a:ext cx="4464495" cy="4032448"/>
          </a:xfrm>
          <a:prstGeom prst="hexagon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2064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 cap="flat">
          <a:noFill/>
          <a:miter lim="400000"/>
        </a:ln>
        <a:effectLst>
          <a:outerShdw blurRad="50800" dist="50800" dir="5400000" algn="ctr" rotWithShape="0">
            <a:srgbClr val="CCCCFF"/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algn="l">
          <a:defRPr dirty="0" smtClean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  <a:cs typeface="Calibri" pitchFamily="34" charset="0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</a:objectDefaults>
  <a:extraClrSchemeLst/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rgbClr val="DD6909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15573</TotalTime>
  <Words>124</Words>
  <Application>Microsoft Office PowerPoint</Application>
  <PresentationFormat>Widescreen</PresentationFormat>
  <Paragraphs>13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21" baseType="lpstr">
      <vt:lpstr>微软雅黑</vt:lpstr>
      <vt:lpstr>宋体</vt:lpstr>
      <vt:lpstr>adineue PRO</vt:lpstr>
      <vt:lpstr>Arial</vt:lpstr>
      <vt:lpstr>Book Antiqua</vt:lpstr>
      <vt:lpstr>Calibri</vt:lpstr>
      <vt:lpstr>Helvetica Light</vt:lpstr>
      <vt:lpstr>Times New Roman</vt:lpstr>
      <vt:lpstr>字魂58号-创中黑</vt:lpstr>
      <vt:lpstr>思源黑体</vt:lpstr>
      <vt:lpstr>自定义设计方案</vt:lpstr>
      <vt:lpstr>1_自定义设计方案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ping-shao(邵钢平)</dc:creator>
  <cp:lastModifiedBy>manohar-g</cp:lastModifiedBy>
  <cp:revision>849</cp:revision>
  <dcterms:created xsi:type="dcterms:W3CDTF">2018-03-06T00:34:57Z</dcterms:created>
  <dcterms:modified xsi:type="dcterms:W3CDTF">2026-01-10T06:12:09Z</dcterms:modified>
</cp:coreProperties>
</file>