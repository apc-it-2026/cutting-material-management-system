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214A-0261-4A36-BB9D-992669D97AC9}" type="datetimeFigureOut">
              <a:rPr lang="en-IN" smtClean="0"/>
              <a:t>2025/11/17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1373-C972-43E0-A759-BC5B361314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269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214A-0261-4A36-BB9D-992669D97AC9}" type="datetimeFigureOut">
              <a:rPr lang="en-IN" smtClean="0"/>
              <a:t>2025/11/17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1373-C972-43E0-A759-BC5B361314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809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214A-0261-4A36-BB9D-992669D97AC9}" type="datetimeFigureOut">
              <a:rPr lang="en-IN" smtClean="0"/>
              <a:t>2025/11/17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1373-C972-43E0-A759-BC5B361314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879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214A-0261-4A36-BB9D-992669D97AC9}" type="datetimeFigureOut">
              <a:rPr lang="en-IN" smtClean="0"/>
              <a:t>2025/11/17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1373-C972-43E0-A759-BC5B361314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902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214A-0261-4A36-BB9D-992669D97AC9}" type="datetimeFigureOut">
              <a:rPr lang="en-IN" smtClean="0"/>
              <a:t>2025/11/17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1373-C972-43E0-A759-BC5B361314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359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214A-0261-4A36-BB9D-992669D97AC9}" type="datetimeFigureOut">
              <a:rPr lang="en-IN" smtClean="0"/>
              <a:t>2025/11/17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1373-C972-43E0-A759-BC5B361314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333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214A-0261-4A36-BB9D-992669D97AC9}" type="datetimeFigureOut">
              <a:rPr lang="en-IN" smtClean="0"/>
              <a:t>2025/11/17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1373-C972-43E0-A759-BC5B361314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13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214A-0261-4A36-BB9D-992669D97AC9}" type="datetimeFigureOut">
              <a:rPr lang="en-IN" smtClean="0"/>
              <a:t>2025/11/17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1373-C972-43E0-A759-BC5B361314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271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214A-0261-4A36-BB9D-992669D97AC9}" type="datetimeFigureOut">
              <a:rPr lang="en-IN" smtClean="0"/>
              <a:t>2025/11/17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1373-C972-43E0-A759-BC5B361314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932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214A-0261-4A36-BB9D-992669D97AC9}" type="datetimeFigureOut">
              <a:rPr lang="en-IN" smtClean="0"/>
              <a:t>2025/11/17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1373-C972-43E0-A759-BC5B361314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5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214A-0261-4A36-BB9D-992669D97AC9}" type="datetimeFigureOut">
              <a:rPr lang="en-IN" smtClean="0"/>
              <a:t>2025/11/17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1373-C972-43E0-A759-BC5B361314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512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B214A-0261-4A36-BB9D-992669D97AC9}" type="datetimeFigureOut">
              <a:rPr lang="en-IN" smtClean="0"/>
              <a:t>2025/11/17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41373-C972-43E0-A759-BC5B361314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8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14.pn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826" y="1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110000"/>
                  <a:satMod val="105000"/>
                  <a:tint val="67000"/>
                  <a:alpha val="40000"/>
                </a:schemeClr>
              </a:gs>
              <a:gs pos="50000">
                <a:schemeClr val="accent1">
                  <a:lumMod val="105000"/>
                  <a:satMod val="103000"/>
                  <a:tint val="73000"/>
                  <a:alpha val="65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  <a:alpha val="42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lowchart: Terminator 2"/>
          <p:cNvSpPr/>
          <p:nvPr/>
        </p:nvSpPr>
        <p:spPr>
          <a:xfrm rot="16200000">
            <a:off x="1184128" y="2740008"/>
            <a:ext cx="4419076" cy="1146184"/>
          </a:xfrm>
          <a:prstGeom prst="flowChartTerminator">
            <a:avLst/>
          </a:prstGeom>
          <a:gradFill>
            <a:gsLst>
              <a:gs pos="0">
                <a:schemeClr val="accent6">
                  <a:lumMod val="110000"/>
                  <a:satMod val="105000"/>
                  <a:tint val="67000"/>
                  <a:alpha val="5200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-8238" y="16476"/>
            <a:ext cx="3325091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079397" y="2185659"/>
            <a:ext cx="8022791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0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The</a:t>
            </a:r>
            <a:r>
              <a:rPr lang="en-US" sz="4000" b="1" dirty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 </a:t>
            </a:r>
            <a:r>
              <a:rPr lang="en-US" sz="4000" b="1" dirty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Systematic Conversion of Planning Schedule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325091" y="5597237"/>
            <a:ext cx="8866910" cy="12607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Presented by : Manohar-G ( APC-IT ) </a:t>
            </a:r>
          </a:p>
          <a:p>
            <a:pPr algn="ctr"/>
            <a:r>
              <a:rPr lang="en-GB" b="1" dirty="0" smtClean="0">
                <a:solidFill>
                  <a:srgbClr val="FF0000"/>
                </a:solidFill>
              </a:rPr>
              <a:t>2025 </a:t>
            </a:r>
            <a:r>
              <a:rPr lang="en-GB" b="1" dirty="0" smtClean="0">
                <a:solidFill>
                  <a:srgbClr val="FF0000"/>
                </a:solidFill>
              </a:rPr>
              <a:t>November</a:t>
            </a:r>
            <a:r>
              <a:rPr lang="en-GB" b="1" dirty="0" smtClean="0">
                <a:solidFill>
                  <a:srgbClr val="FF0000"/>
                </a:solidFill>
              </a:rPr>
              <a:t> 17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371" y="6294820"/>
            <a:ext cx="877455" cy="5839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8" y="429914"/>
            <a:ext cx="307986" cy="3079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3418" y="462057"/>
            <a:ext cx="2313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Apache Footwear India Private Limited </a:t>
            </a:r>
            <a:endParaRPr lang="en-IN" dirty="0"/>
          </a:p>
        </p:txBody>
      </p:sp>
      <p:sp>
        <p:nvSpPr>
          <p:cNvPr id="33" name="Flowchart: Delay 32"/>
          <p:cNvSpPr/>
          <p:nvPr/>
        </p:nvSpPr>
        <p:spPr>
          <a:xfrm rot="10800000">
            <a:off x="9652000" y="0"/>
            <a:ext cx="2540000" cy="1874982"/>
          </a:xfrm>
          <a:prstGeom prst="flowChartDelay">
            <a:avLst/>
          </a:prstGeom>
          <a:blipFill dpi="0" rotWithShape="0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/>
          <p:cNvSpPr txBox="1"/>
          <p:nvPr/>
        </p:nvSpPr>
        <p:spPr>
          <a:xfrm>
            <a:off x="4401128" y="4037642"/>
            <a:ext cx="2170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2"/>
                </a:solidFill>
              </a:rPr>
              <a:t>Report Presented</a:t>
            </a:r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057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73" y="642709"/>
            <a:ext cx="11476138" cy="60505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-9144" y="-11050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Planning Schedule Save And Modification And Deletion Form 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427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20" y="586666"/>
            <a:ext cx="11564567" cy="620593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9144" y="-11050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Size Wise Planning Schedule Checking And Explore Process 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209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07" y="607495"/>
            <a:ext cx="10813409" cy="585163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9144" y="-11050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Size Wise Planning Schedule Siz</a:t>
            </a:r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 Allocation Process 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487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57" y="546361"/>
            <a:ext cx="11077236" cy="602111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9144" y="-11050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Save the Size Wise Planning Schedule Data 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844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61" y="537400"/>
            <a:ext cx="11436764" cy="620087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9144" y="-11050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Checking of Size Wise Planning Schedule Process 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198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68" y="610208"/>
            <a:ext cx="11055102" cy="597090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9144" y="-11050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Line Change Process In Size Wise Planning Schedule 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81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utoShape 6" descr="PowerPoint And Google Slides Templa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8" descr="PowerPoint And Google Slides Template"/>
          <p:cNvSpPr>
            <a:spLocks noChangeAspect="1" noChangeArrowheads="1"/>
          </p:cNvSpPr>
          <p:nvPr/>
        </p:nvSpPr>
        <p:spPr bwMode="auto">
          <a:xfrm>
            <a:off x="307975" y="7937"/>
            <a:ext cx="3252488" cy="325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PowerPoint And Google Slides Template"/>
          <p:cNvSpPr>
            <a:spLocks noChangeAspect="1" noChangeArrowheads="1"/>
          </p:cNvSpPr>
          <p:nvPr/>
        </p:nvSpPr>
        <p:spPr bwMode="auto">
          <a:xfrm>
            <a:off x="307975" y="7937"/>
            <a:ext cx="2567030" cy="256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382"/>
          </a:xfrm>
          <a:prstGeom prst="rect">
            <a:avLst/>
          </a:prstGeom>
        </p:spPr>
      </p:pic>
      <p:sp>
        <p:nvSpPr>
          <p:cNvPr id="8" name="AutoShape 4" descr="Free Thanks PowerPoint, Canva, and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618"/>
            <a:ext cx="12192000" cy="686261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049" y="1171842"/>
            <a:ext cx="7667840" cy="43085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59192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70</Words>
  <Application>Microsoft Office PowerPoint</Application>
  <PresentationFormat>Widescreen</PresentationFormat>
  <Paragraphs>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72 Black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manohar-g</dc:creator>
  <cp:lastModifiedBy>manohar-g</cp:lastModifiedBy>
  <cp:revision>7</cp:revision>
  <dcterms:created xsi:type="dcterms:W3CDTF">2025-11-17T08:36:51Z</dcterms:created>
  <dcterms:modified xsi:type="dcterms:W3CDTF">2025-11-17T08:59:43Z</dcterms:modified>
</cp:coreProperties>
</file>