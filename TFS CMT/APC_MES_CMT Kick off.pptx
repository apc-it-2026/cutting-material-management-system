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2.xml" ContentType="application/vnd.openxmlformats-officedocument.themeOverride+xml"/>
  <Override PartName="/ppt/tags/tag4.xml" ContentType="application/vnd.openxmlformats-officedocument.presentationml.tags+xml"/>
  <Override PartName="/ppt/tags/tag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0"/>
  </p:notesMasterIdLst>
  <p:sldIdLst>
    <p:sldId id="256" r:id="rId2"/>
    <p:sldId id="10789" r:id="rId3"/>
    <p:sldId id="10778" r:id="rId4"/>
    <p:sldId id="10788" r:id="rId5"/>
    <p:sldId id="10803" r:id="rId6"/>
    <p:sldId id="10801" r:id="rId7"/>
    <p:sldId id="10777" r:id="rId8"/>
    <p:sldId id="261" r:id="rId9"/>
  </p:sldIdLst>
  <p:sldSz cx="12192000" cy="6858000"/>
  <p:notesSz cx="7004050" cy="9223375"/>
  <p:custDataLst>
    <p:tags r:id="rId1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8656C7AB-63F8-42B9-AC75-D31A51D574FA}">
          <p14:sldIdLst>
            <p14:sldId id="256"/>
            <p14:sldId id="10789"/>
            <p14:sldId id="10778"/>
            <p14:sldId id="10788"/>
            <p14:sldId id="10803"/>
            <p14:sldId id="10801"/>
            <p14:sldId id="10777"/>
            <p14:sldId id="261"/>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F0E8"/>
    <a:srgbClr val="199DB7"/>
    <a:srgbClr val="1641F6"/>
    <a:srgbClr val="E3F3D1"/>
    <a:srgbClr val="FF9328"/>
    <a:srgbClr val="DB6A03"/>
    <a:srgbClr val="A104CC"/>
    <a:srgbClr val="8A70F8"/>
    <a:srgbClr val="158957"/>
    <a:srgbClr val="1F92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003" autoAdjust="0"/>
    <p:restoredTop sz="93995" autoAdjust="0"/>
  </p:normalViewPr>
  <p:slideViewPr>
    <p:cSldViewPr snapToGrid="0">
      <p:cViewPr>
        <p:scale>
          <a:sx n="100" d="100"/>
          <a:sy n="100" d="100"/>
        </p:scale>
        <p:origin x="-132" y="240"/>
      </p:cViewPr>
      <p:guideLst>
        <p:guide orient="horz" pos="2160"/>
        <p:guide pos="3840"/>
      </p:guideLst>
    </p:cSldViewPr>
  </p:slideViewPr>
  <p:outlineViewPr>
    <p:cViewPr>
      <p:scale>
        <a:sx n="33" d="100"/>
        <a:sy n="33" d="100"/>
      </p:scale>
      <p:origin x="260" y="6468"/>
    </p:cViewPr>
  </p:outlineViewPr>
  <p:notesTextViewPr>
    <p:cViewPr>
      <p:scale>
        <a:sx n="3" d="2"/>
        <a:sy n="3" d="2"/>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35088" cy="462771"/>
          </a:xfrm>
          <a:prstGeom prst="rect">
            <a:avLst/>
          </a:prstGeom>
        </p:spPr>
        <p:txBody>
          <a:bodyPr vert="horz" lIns="92720" tIns="46360" rIns="92720" bIns="46360" rtlCol="0"/>
          <a:lstStyle>
            <a:lvl1pPr algn="l">
              <a:defRPr sz="1200"/>
            </a:lvl1pPr>
          </a:lstStyle>
          <a:p>
            <a:endParaRPr lang="zh-CN" altLang="en-US"/>
          </a:p>
        </p:txBody>
      </p:sp>
      <p:sp>
        <p:nvSpPr>
          <p:cNvPr id="3" name="日期占位符 2"/>
          <p:cNvSpPr>
            <a:spLocks noGrp="1"/>
          </p:cNvSpPr>
          <p:nvPr>
            <p:ph type="dt" idx="1"/>
          </p:nvPr>
        </p:nvSpPr>
        <p:spPr>
          <a:xfrm>
            <a:off x="3967341" y="0"/>
            <a:ext cx="3035088" cy="462771"/>
          </a:xfrm>
          <a:prstGeom prst="rect">
            <a:avLst/>
          </a:prstGeom>
        </p:spPr>
        <p:txBody>
          <a:bodyPr vert="horz" lIns="92720" tIns="46360" rIns="92720" bIns="46360" rtlCol="0"/>
          <a:lstStyle>
            <a:lvl1pPr algn="r">
              <a:defRPr sz="1200"/>
            </a:lvl1pPr>
          </a:lstStyle>
          <a:p>
            <a:fld id="{E86D8963-CFCD-4740-AF60-049850373CDF}" type="datetimeFigureOut">
              <a:rPr lang="zh-CN" altLang="en-US" smtClean="0"/>
              <a:t>2025/9/15</a:t>
            </a:fld>
            <a:endParaRPr lang="zh-CN" altLang="en-US"/>
          </a:p>
        </p:txBody>
      </p:sp>
      <p:sp>
        <p:nvSpPr>
          <p:cNvPr id="4" name="幻灯片图像占位符 3"/>
          <p:cNvSpPr>
            <a:spLocks noGrp="1" noRot="1" noChangeAspect="1"/>
          </p:cNvSpPr>
          <p:nvPr>
            <p:ph type="sldImg" idx="2"/>
          </p:nvPr>
        </p:nvSpPr>
        <p:spPr>
          <a:xfrm>
            <a:off x="735013" y="1152525"/>
            <a:ext cx="5534025" cy="3113088"/>
          </a:xfrm>
          <a:prstGeom prst="rect">
            <a:avLst/>
          </a:prstGeom>
          <a:noFill/>
          <a:ln w="12700">
            <a:solidFill>
              <a:prstClr val="black"/>
            </a:solidFill>
          </a:ln>
        </p:spPr>
        <p:txBody>
          <a:bodyPr vert="horz" lIns="92720" tIns="46360" rIns="92720" bIns="46360" rtlCol="0" anchor="ctr"/>
          <a:lstStyle/>
          <a:p>
            <a:endParaRPr lang="zh-CN" altLang="en-US"/>
          </a:p>
        </p:txBody>
      </p:sp>
      <p:sp>
        <p:nvSpPr>
          <p:cNvPr id="5" name="备注占位符 4"/>
          <p:cNvSpPr>
            <a:spLocks noGrp="1"/>
          </p:cNvSpPr>
          <p:nvPr>
            <p:ph type="body" sz="quarter" idx="3"/>
          </p:nvPr>
        </p:nvSpPr>
        <p:spPr>
          <a:xfrm>
            <a:off x="700405" y="4438749"/>
            <a:ext cx="5603240" cy="3631704"/>
          </a:xfrm>
          <a:prstGeom prst="rect">
            <a:avLst/>
          </a:prstGeom>
        </p:spPr>
        <p:txBody>
          <a:bodyPr vert="horz" lIns="92720" tIns="46360" rIns="92720" bIns="4636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760606"/>
            <a:ext cx="3035088" cy="462770"/>
          </a:xfrm>
          <a:prstGeom prst="rect">
            <a:avLst/>
          </a:prstGeom>
        </p:spPr>
        <p:txBody>
          <a:bodyPr vert="horz" lIns="92720" tIns="46360" rIns="92720" bIns="4636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967341" y="8760606"/>
            <a:ext cx="3035088" cy="462770"/>
          </a:xfrm>
          <a:prstGeom prst="rect">
            <a:avLst/>
          </a:prstGeom>
        </p:spPr>
        <p:txBody>
          <a:bodyPr vert="horz" lIns="92720" tIns="46360" rIns="92720" bIns="46360" rtlCol="0" anchor="b"/>
          <a:lstStyle>
            <a:lvl1pPr algn="r">
              <a:defRPr sz="1200"/>
            </a:lvl1pPr>
          </a:lstStyle>
          <a:p>
            <a:fld id="{E9E6FDB6-6D2B-46C1-9FA1-D82906A37C3A}" type="slidenum">
              <a:rPr lang="zh-CN" altLang="en-US" smtClean="0"/>
              <a:t>‹#›</a:t>
            </a:fld>
            <a:endParaRPr lang="zh-CN" altLang="en-US"/>
          </a:p>
        </p:txBody>
      </p:sp>
    </p:spTree>
    <p:extLst>
      <p:ext uri="{BB962C8B-B14F-4D97-AF65-F5344CB8AC3E}">
        <p14:creationId xmlns:p14="http://schemas.microsoft.com/office/powerpoint/2010/main" val="2184981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E6FDB6-6D2B-46C1-9FA1-D82906A37C3A}" type="slidenum">
              <a:rPr lang="zh-CN" altLang="en-US" smtClean="0"/>
              <a:t>1</a:t>
            </a:fld>
            <a:endParaRPr lang="zh-CN" altLang="en-US"/>
          </a:p>
        </p:txBody>
      </p:sp>
    </p:spTree>
    <p:extLst>
      <p:ext uri="{BB962C8B-B14F-4D97-AF65-F5344CB8AC3E}">
        <p14:creationId xmlns:p14="http://schemas.microsoft.com/office/powerpoint/2010/main" val="1260804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E6FDB6-6D2B-46C1-9FA1-D82906A37C3A}" type="slidenum">
              <a:rPr lang="zh-CN" altLang="en-US" smtClean="0"/>
              <a:t>2</a:t>
            </a:fld>
            <a:endParaRPr lang="zh-CN" altLang="en-US"/>
          </a:p>
        </p:txBody>
      </p:sp>
    </p:spTree>
    <p:extLst>
      <p:ext uri="{BB962C8B-B14F-4D97-AF65-F5344CB8AC3E}">
        <p14:creationId xmlns:p14="http://schemas.microsoft.com/office/powerpoint/2010/main" val="28402768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t>5</a:t>
            </a:fld>
            <a:endParaRPr lang="zh-CN" altLang="en-US"/>
          </a:p>
        </p:txBody>
      </p:sp>
    </p:spTree>
    <p:extLst>
      <p:ext uri="{BB962C8B-B14F-4D97-AF65-F5344CB8AC3E}">
        <p14:creationId xmlns:p14="http://schemas.microsoft.com/office/powerpoint/2010/main" val="4717725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bg>
      <p:bgPr>
        <a:gradFill>
          <a:gsLst>
            <a:gs pos="0">
              <a:schemeClr val="bg2"/>
            </a:gs>
            <a:gs pos="29000">
              <a:schemeClr val="bg1"/>
            </a:gs>
          </a:gsLst>
          <a:lin ang="0" scaled="0"/>
        </a:gradFill>
        <a:effectLst/>
      </p:bgPr>
    </p:bg>
    <p:spTree>
      <p:nvGrpSpPr>
        <p:cNvPr id="1" name=""/>
        <p:cNvGrpSpPr/>
        <p:nvPr/>
      </p:nvGrpSpPr>
      <p:grpSpPr>
        <a:xfrm>
          <a:off x="0" y="0"/>
          <a:ext cx="0" cy="0"/>
          <a:chOff x="0" y="0"/>
          <a:chExt cx="0" cy="0"/>
        </a:xfrm>
      </p:grpSpPr>
      <p:sp>
        <p:nvSpPr>
          <p:cNvPr id="15" name="任意多边形: 形状 14">
            <a:extLst>
              <a:ext uri="{FF2B5EF4-FFF2-40B4-BE49-F238E27FC236}">
                <a16:creationId xmlns="" xmlns:a16="http://schemas.microsoft.com/office/drawing/2014/main" id="{527F1AD8-24B0-428F-B9D3-C9730E641373}"/>
              </a:ext>
            </a:extLst>
          </p:cNvPr>
          <p:cNvSpPr/>
          <p:nvPr userDrawn="1"/>
        </p:nvSpPr>
        <p:spPr>
          <a:xfrm>
            <a:off x="6489959" y="407020"/>
            <a:ext cx="5030529" cy="6043960"/>
          </a:xfrm>
          <a:custGeom>
            <a:avLst/>
            <a:gdLst>
              <a:gd name="connsiteX0" fmla="*/ 0 w 5030529"/>
              <a:gd name="connsiteY0" fmla="*/ 896394 h 6858000"/>
              <a:gd name="connsiteX1" fmla="*/ 963967 w 5030529"/>
              <a:gd name="connsiteY1" fmla="*/ 896394 h 6858000"/>
              <a:gd name="connsiteX2" fmla="*/ 963967 w 5030529"/>
              <a:gd name="connsiteY2" fmla="*/ 5961607 h 6858000"/>
              <a:gd name="connsiteX3" fmla="*/ 0 w 5030529"/>
              <a:gd name="connsiteY3" fmla="*/ 5961607 h 6858000"/>
              <a:gd name="connsiteX4" fmla="*/ 1221723 w 5030529"/>
              <a:gd name="connsiteY4" fmla="*/ 662486 h 6858000"/>
              <a:gd name="connsiteX5" fmla="*/ 2185690 w 5030529"/>
              <a:gd name="connsiteY5" fmla="*/ 662486 h 6858000"/>
              <a:gd name="connsiteX6" fmla="*/ 2185690 w 5030529"/>
              <a:gd name="connsiteY6" fmla="*/ 6195514 h 6858000"/>
              <a:gd name="connsiteX7" fmla="*/ 1221723 w 5030529"/>
              <a:gd name="connsiteY7" fmla="*/ 6195514 h 6858000"/>
              <a:gd name="connsiteX8" fmla="*/ 2443446 w 5030529"/>
              <a:gd name="connsiteY8" fmla="*/ 360363 h 6858000"/>
              <a:gd name="connsiteX9" fmla="*/ 3512685 w 5030529"/>
              <a:gd name="connsiteY9" fmla="*/ 360363 h 6858000"/>
              <a:gd name="connsiteX10" fmla="*/ 3512685 w 5030529"/>
              <a:gd name="connsiteY10" fmla="*/ 6497638 h 6858000"/>
              <a:gd name="connsiteX11" fmla="*/ 2443446 w 5030529"/>
              <a:gd name="connsiteY11" fmla="*/ 6497638 h 6858000"/>
              <a:gd name="connsiteX12" fmla="*/ 3770441 w 5030529"/>
              <a:gd name="connsiteY12" fmla="*/ 0 h 6858000"/>
              <a:gd name="connsiteX13" fmla="*/ 5030529 w 5030529"/>
              <a:gd name="connsiteY13" fmla="*/ 0 h 6858000"/>
              <a:gd name="connsiteX14" fmla="*/ 5030529 w 5030529"/>
              <a:gd name="connsiteY14" fmla="*/ 6858000 h 6858000"/>
              <a:gd name="connsiteX15" fmla="*/ 3770441 w 5030529"/>
              <a:gd name="connsiteY1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030529" h="6858000">
                <a:moveTo>
                  <a:pt x="0" y="896394"/>
                </a:moveTo>
                <a:lnTo>
                  <a:pt x="963967" y="896394"/>
                </a:lnTo>
                <a:lnTo>
                  <a:pt x="963967" y="5961607"/>
                </a:lnTo>
                <a:lnTo>
                  <a:pt x="0" y="5961607"/>
                </a:lnTo>
                <a:close/>
                <a:moveTo>
                  <a:pt x="1221723" y="662486"/>
                </a:moveTo>
                <a:lnTo>
                  <a:pt x="2185690" y="662486"/>
                </a:lnTo>
                <a:lnTo>
                  <a:pt x="2185690" y="6195514"/>
                </a:lnTo>
                <a:lnTo>
                  <a:pt x="1221723" y="6195514"/>
                </a:lnTo>
                <a:close/>
                <a:moveTo>
                  <a:pt x="2443446" y="360363"/>
                </a:moveTo>
                <a:lnTo>
                  <a:pt x="3512685" y="360363"/>
                </a:lnTo>
                <a:lnTo>
                  <a:pt x="3512685" y="6497638"/>
                </a:lnTo>
                <a:lnTo>
                  <a:pt x="2443446" y="6497638"/>
                </a:lnTo>
                <a:close/>
                <a:moveTo>
                  <a:pt x="3770441" y="0"/>
                </a:moveTo>
                <a:lnTo>
                  <a:pt x="5030529" y="0"/>
                </a:lnTo>
                <a:lnTo>
                  <a:pt x="5030529" y="6858000"/>
                </a:lnTo>
                <a:lnTo>
                  <a:pt x="3770441" y="6858000"/>
                </a:lnTo>
                <a:close/>
              </a:path>
            </a:pathLst>
          </a:custGeom>
          <a:blipFill dpi="0" rotWithShape="0">
            <a:blip r:embed="rId2"/>
            <a:srcRect/>
            <a:tile tx="0" ty="0" sx="100000" sy="100000" flip="none" algn="tl"/>
          </a:blip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01" name="副标题 2"/>
          <p:cNvSpPr>
            <a:spLocks noGrp="1"/>
          </p:cNvSpPr>
          <p:nvPr userDrawn="1">
            <p:ph type="subTitle" idx="1" hasCustomPrompt="1"/>
          </p:nvPr>
        </p:nvSpPr>
        <p:spPr>
          <a:xfrm>
            <a:off x="850233" y="3786116"/>
            <a:ext cx="10668664" cy="558799"/>
          </a:xfrm>
        </p:spPr>
        <p:txBody>
          <a:bodyPr anchor="t" anchorCtr="0">
            <a:normAutofit/>
          </a:bodyPr>
          <a:lstStyle>
            <a:lvl1pPr marL="0" indent="0" algn="l">
              <a:buNone/>
              <a:defRPr sz="2000">
                <a:solidFill>
                  <a:schemeClr val="bg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a:t>Click to edit Master subtitle style</a:t>
            </a:r>
          </a:p>
        </p:txBody>
      </p:sp>
      <p:sp>
        <p:nvSpPr>
          <p:cNvPr id="9802" name="标题 1"/>
          <p:cNvSpPr>
            <a:spLocks noGrp="1"/>
          </p:cNvSpPr>
          <p:nvPr userDrawn="1">
            <p:ph type="ctrTitle" hasCustomPrompt="1"/>
          </p:nvPr>
        </p:nvSpPr>
        <p:spPr>
          <a:xfrm>
            <a:off x="850232" y="1829474"/>
            <a:ext cx="10668665" cy="1956643"/>
          </a:xfrm>
        </p:spPr>
        <p:txBody>
          <a:bodyPr anchor="b" anchorCtr="0">
            <a:normAutofit/>
          </a:bodyPr>
          <a:lstStyle>
            <a:lvl1pPr algn="l">
              <a:defRPr sz="4000">
                <a:solidFill>
                  <a:schemeClr val="bg1"/>
                </a:solidFill>
              </a:defRPr>
            </a:lvl1pPr>
          </a:lstStyle>
          <a:p>
            <a:r>
              <a:rPr lang="en-US" dirty="0"/>
              <a:t>Click to edit Master title style</a:t>
            </a:r>
            <a:endParaRPr lang="zh-CN" altLang="en-US" dirty="0"/>
          </a:p>
        </p:txBody>
      </p:sp>
      <p:sp>
        <p:nvSpPr>
          <p:cNvPr id="12" name="文本占位符 13"/>
          <p:cNvSpPr>
            <a:spLocks noGrp="1"/>
          </p:cNvSpPr>
          <p:nvPr userDrawn="1">
            <p:ph type="body" sz="quarter" idx="10" hasCustomPrompt="1"/>
          </p:nvPr>
        </p:nvSpPr>
        <p:spPr>
          <a:xfrm>
            <a:off x="850233" y="4371816"/>
            <a:ext cx="10668665" cy="296271"/>
          </a:xfrm>
        </p:spPr>
        <p:txBody>
          <a:bodyPr vert="horz" anchor="ctr">
            <a:noAutofit/>
          </a:bodyPr>
          <a:lstStyle>
            <a:lvl1pPr marL="0" indent="0" algn="l">
              <a:buNone/>
              <a:defRPr sz="1500" b="0">
                <a:solidFill>
                  <a:schemeClr val="bg1"/>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Signature</a:t>
            </a:r>
          </a:p>
        </p:txBody>
      </p:sp>
      <p:sp>
        <p:nvSpPr>
          <p:cNvPr id="13" name="文本占位符 13"/>
          <p:cNvSpPr>
            <a:spLocks noGrp="1"/>
          </p:cNvSpPr>
          <p:nvPr userDrawn="1">
            <p:ph type="body" sz="quarter" idx="11" hasCustomPrompt="1"/>
          </p:nvPr>
        </p:nvSpPr>
        <p:spPr>
          <a:xfrm>
            <a:off x="850233" y="4668087"/>
            <a:ext cx="10668665" cy="296271"/>
          </a:xfrm>
        </p:spPr>
        <p:txBody>
          <a:bodyPr vert="horz" anchor="ctr">
            <a:noAutofit/>
          </a:bodyPr>
          <a:lstStyle>
            <a:lvl1pPr marL="0" indent="0" algn="l">
              <a:buNone/>
              <a:defRPr sz="1500" b="0">
                <a:solidFill>
                  <a:schemeClr val="bg1"/>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Date</a:t>
            </a:r>
            <a:endParaRPr lang="zh-CN" altLang="en-US" dirty="0"/>
          </a:p>
        </p:txBody>
      </p:sp>
    </p:spTree>
    <p:extLst>
      <p:ext uri="{BB962C8B-B14F-4D97-AF65-F5344CB8AC3E}">
        <p14:creationId xmlns:p14="http://schemas.microsoft.com/office/powerpoint/2010/main" val="288258688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6" name="标题 5">
            <a:extLst>
              <a:ext uri="{FF2B5EF4-FFF2-40B4-BE49-F238E27FC236}">
                <a16:creationId xmlns="" xmlns:a16="http://schemas.microsoft.com/office/drawing/2014/main" id="{D124F9DB-C87A-423F-9657-38C7A2901430}"/>
              </a:ext>
            </a:extLst>
          </p:cNvPr>
          <p:cNvSpPr>
            <a:spLocks noGrp="1"/>
          </p:cNvSpPr>
          <p:nvPr>
            <p:ph type="title" hasCustomPrompt="1"/>
          </p:nvPr>
        </p:nvSpPr>
        <p:spPr/>
        <p:txBody>
          <a:bodyPr/>
          <a:lstStyle>
            <a:lvl1pPr>
              <a:defRPr/>
            </a:lvl1pPr>
          </a:lstStyle>
          <a:p>
            <a:r>
              <a:rPr lang="en-US" altLang="zh-CN" dirty="0"/>
              <a:t>Click to edit Master title style</a:t>
            </a:r>
            <a:endParaRPr lang="zh-CN" altLang="en-US" dirty="0"/>
          </a:p>
        </p:txBody>
      </p:sp>
      <p:sp>
        <p:nvSpPr>
          <p:cNvPr id="8" name="内容占位符 7">
            <a:extLst>
              <a:ext uri="{FF2B5EF4-FFF2-40B4-BE49-F238E27FC236}">
                <a16:creationId xmlns="" xmlns:a16="http://schemas.microsoft.com/office/drawing/2014/main" id="{2070191C-4093-409C-8FD5-7369A79637AD}"/>
              </a:ext>
            </a:extLst>
          </p:cNvPr>
          <p:cNvSpPr>
            <a:spLocks noGrp="1"/>
          </p:cNvSpPr>
          <p:nvPr>
            <p:ph sz="quarter" idx="13" hasCustomPrompt="1"/>
          </p:nvPr>
        </p:nvSpPr>
        <p:spPr>
          <a:xfrm>
            <a:off x="669925" y="1130299"/>
            <a:ext cx="10850563" cy="5006975"/>
          </a:xfrm>
        </p:spPr>
        <p:txBody>
          <a:bodyPr/>
          <a:lstStyle>
            <a:lvl1pPr>
              <a:defRPr/>
            </a:lvl1pPr>
            <a:lvl2pPr>
              <a:defRPr/>
            </a:lvl2pPr>
            <a:lvl3pPr>
              <a:defRPr/>
            </a:lvl3pPr>
            <a:lvl4pPr>
              <a:defRPr/>
            </a:lvl4pPr>
            <a:lvl5pPr>
              <a:defRPr/>
            </a:lvl5pPr>
          </a:lstStyle>
          <a:p>
            <a:pPr lvl="0"/>
            <a:r>
              <a:rPr lang="en-US" altLang="zh-CN" dirty="0"/>
              <a:t>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pic>
        <p:nvPicPr>
          <p:cNvPr id="4" name="Orange New.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92967" y="207589"/>
            <a:ext cx="396266" cy="398340"/>
          </a:xfrm>
          <a:prstGeom prst="rect">
            <a:avLst/>
          </a:prstGeom>
          <a:ln w="12700">
            <a:miter lim="400000"/>
          </a:ln>
        </p:spPr>
      </p:pic>
      <p:sp>
        <p:nvSpPr>
          <p:cNvPr id="5" name="Shape 2400"/>
          <p:cNvSpPr/>
          <p:nvPr userDrawn="1"/>
        </p:nvSpPr>
        <p:spPr>
          <a:xfrm>
            <a:off x="10131930" y="6470505"/>
            <a:ext cx="1857303" cy="275139"/>
          </a:xfrm>
          <a:prstGeom prst="rect">
            <a:avLst/>
          </a:prstGeom>
          <a:ln w="12700">
            <a:miter lim="400000"/>
          </a:ln>
          <a:extLst>
            <a:ext uri="{C572A759-6A51-4108-AA02-DFA0A04FC94B}">
              <ma14:wrappingTextBoxFlag xmlns:ma14="http://schemas.microsoft.com/office/mac/drawingml/2011/main" xmlns="" val="1"/>
            </a:ext>
          </a:extLst>
        </p:spPr>
        <p:txBody>
          <a:bodyPr wrap="none" lIns="60039" tIns="60039" rIns="60039" bIns="60039">
            <a:spAutoFit/>
          </a:bodyPr>
          <a:lstStyle>
            <a:lvl1pPr>
              <a:defRPr sz="1200" i="1">
                <a:solidFill>
                  <a:srgbClr val="FF9300"/>
                </a:solidFill>
              </a:defRPr>
            </a:lvl1pPr>
          </a:lstStyle>
          <a:p>
            <a:pPr algn="ctr" defTabSz="756275" hangingPunct="0">
              <a:defRPr/>
            </a:pPr>
            <a:r>
              <a:rPr lang="en-US" sz="1000" kern="0" dirty="0">
                <a:sym typeface="Helvetica Light"/>
              </a:rPr>
              <a:t>To be the most reliable partner</a:t>
            </a:r>
            <a:endParaRPr sz="1000" kern="0" dirty="0">
              <a:sym typeface="Helvetica Light"/>
            </a:endParaRPr>
          </a:p>
        </p:txBody>
      </p:sp>
    </p:spTree>
    <p:extLst>
      <p:ext uri="{BB962C8B-B14F-4D97-AF65-F5344CB8AC3E}">
        <p14:creationId xmlns:p14="http://schemas.microsoft.com/office/powerpoint/2010/main" val="3677593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20" name="标题 1"/>
          <p:cNvSpPr>
            <a:spLocks noGrp="1"/>
          </p:cNvSpPr>
          <p:nvPr userDrawn="1">
            <p:ph type="title"/>
          </p:nvPr>
        </p:nvSpPr>
        <p:spPr>
          <a:xfrm>
            <a:off x="6101303" y="3263775"/>
            <a:ext cx="5419185" cy="895350"/>
          </a:xfrm>
        </p:spPr>
        <p:txBody>
          <a:bodyPr anchor="b">
            <a:normAutofit/>
          </a:bodyPr>
          <a:lstStyle>
            <a:lvl1pPr algn="l">
              <a:defRPr sz="2400" b="1">
                <a:solidFill>
                  <a:schemeClr val="tx2"/>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6102419" y="4159125"/>
            <a:ext cx="5419185" cy="1015623"/>
          </a:xfrm>
        </p:spPr>
        <p:txBody>
          <a:bodyPr anchor="t">
            <a:normAutofit/>
          </a:bodyPr>
          <a:lstStyle>
            <a:lvl1pPr marL="0" indent="0" algn="l">
              <a:lnSpc>
                <a:spcPct val="100000"/>
              </a:lnSpc>
              <a:buNone/>
              <a:defRPr sz="1100">
                <a:solidFill>
                  <a:schemeClr val="tx2"/>
                </a:solidFill>
              </a:defRPr>
            </a:lvl1pPr>
            <a:lvl2pPr marL="457178" indent="0">
              <a:buNone/>
              <a:defRPr sz="2000">
                <a:solidFill>
                  <a:schemeClr val="tx1">
                    <a:tint val="75000"/>
                  </a:schemeClr>
                </a:solidFill>
              </a:defRPr>
            </a:lvl2pPr>
            <a:lvl3pPr marL="914354"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2"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dirty="0"/>
              <a:t>Edit Master text styles</a:t>
            </a:r>
          </a:p>
        </p:txBody>
      </p:sp>
      <p:sp>
        <p:nvSpPr>
          <p:cNvPr id="4" name="任意多边形: 形状 3">
            <a:extLst>
              <a:ext uri="{FF2B5EF4-FFF2-40B4-BE49-F238E27FC236}">
                <a16:creationId xmlns="" xmlns:a16="http://schemas.microsoft.com/office/drawing/2014/main" id="{21F3CE9D-9077-43E8-B763-90002C65C59D}"/>
              </a:ext>
            </a:extLst>
          </p:cNvPr>
          <p:cNvSpPr/>
          <p:nvPr userDrawn="1"/>
        </p:nvSpPr>
        <p:spPr>
          <a:xfrm flipH="1">
            <a:off x="670396" y="902095"/>
            <a:ext cx="4206404" cy="5053810"/>
          </a:xfrm>
          <a:custGeom>
            <a:avLst/>
            <a:gdLst>
              <a:gd name="connsiteX0" fmla="*/ 0 w 5030529"/>
              <a:gd name="connsiteY0" fmla="*/ 896394 h 6858000"/>
              <a:gd name="connsiteX1" fmla="*/ 963967 w 5030529"/>
              <a:gd name="connsiteY1" fmla="*/ 896394 h 6858000"/>
              <a:gd name="connsiteX2" fmla="*/ 963967 w 5030529"/>
              <a:gd name="connsiteY2" fmla="*/ 5961607 h 6858000"/>
              <a:gd name="connsiteX3" fmla="*/ 0 w 5030529"/>
              <a:gd name="connsiteY3" fmla="*/ 5961607 h 6858000"/>
              <a:gd name="connsiteX4" fmla="*/ 1221723 w 5030529"/>
              <a:gd name="connsiteY4" fmla="*/ 662486 h 6858000"/>
              <a:gd name="connsiteX5" fmla="*/ 2185690 w 5030529"/>
              <a:gd name="connsiteY5" fmla="*/ 662486 h 6858000"/>
              <a:gd name="connsiteX6" fmla="*/ 2185690 w 5030529"/>
              <a:gd name="connsiteY6" fmla="*/ 6195514 h 6858000"/>
              <a:gd name="connsiteX7" fmla="*/ 1221723 w 5030529"/>
              <a:gd name="connsiteY7" fmla="*/ 6195514 h 6858000"/>
              <a:gd name="connsiteX8" fmla="*/ 2443446 w 5030529"/>
              <a:gd name="connsiteY8" fmla="*/ 360363 h 6858000"/>
              <a:gd name="connsiteX9" fmla="*/ 3512685 w 5030529"/>
              <a:gd name="connsiteY9" fmla="*/ 360363 h 6858000"/>
              <a:gd name="connsiteX10" fmla="*/ 3512685 w 5030529"/>
              <a:gd name="connsiteY10" fmla="*/ 6497638 h 6858000"/>
              <a:gd name="connsiteX11" fmla="*/ 2443446 w 5030529"/>
              <a:gd name="connsiteY11" fmla="*/ 6497638 h 6858000"/>
              <a:gd name="connsiteX12" fmla="*/ 3770441 w 5030529"/>
              <a:gd name="connsiteY12" fmla="*/ 0 h 6858000"/>
              <a:gd name="connsiteX13" fmla="*/ 5030529 w 5030529"/>
              <a:gd name="connsiteY13" fmla="*/ 0 h 6858000"/>
              <a:gd name="connsiteX14" fmla="*/ 5030529 w 5030529"/>
              <a:gd name="connsiteY14" fmla="*/ 6858000 h 6858000"/>
              <a:gd name="connsiteX15" fmla="*/ 3770441 w 5030529"/>
              <a:gd name="connsiteY1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030529" h="6858000">
                <a:moveTo>
                  <a:pt x="0" y="896394"/>
                </a:moveTo>
                <a:lnTo>
                  <a:pt x="963967" y="896394"/>
                </a:lnTo>
                <a:lnTo>
                  <a:pt x="963967" y="5961607"/>
                </a:lnTo>
                <a:lnTo>
                  <a:pt x="0" y="5961607"/>
                </a:lnTo>
                <a:close/>
                <a:moveTo>
                  <a:pt x="1221723" y="662486"/>
                </a:moveTo>
                <a:lnTo>
                  <a:pt x="2185690" y="662486"/>
                </a:lnTo>
                <a:lnTo>
                  <a:pt x="2185690" y="6195514"/>
                </a:lnTo>
                <a:lnTo>
                  <a:pt x="1221723" y="6195514"/>
                </a:lnTo>
                <a:close/>
                <a:moveTo>
                  <a:pt x="2443446" y="360363"/>
                </a:moveTo>
                <a:lnTo>
                  <a:pt x="3512685" y="360363"/>
                </a:lnTo>
                <a:lnTo>
                  <a:pt x="3512685" y="6497638"/>
                </a:lnTo>
                <a:lnTo>
                  <a:pt x="2443446" y="6497638"/>
                </a:lnTo>
                <a:close/>
                <a:moveTo>
                  <a:pt x="3770441" y="0"/>
                </a:moveTo>
                <a:lnTo>
                  <a:pt x="5030529" y="0"/>
                </a:lnTo>
                <a:lnTo>
                  <a:pt x="5030529" y="6858000"/>
                </a:lnTo>
                <a:lnTo>
                  <a:pt x="3770441" y="6858000"/>
                </a:lnTo>
                <a:close/>
              </a:path>
            </a:pathLst>
          </a:custGeom>
          <a:blipFill dpi="0" rotWithShape="0">
            <a:blip r:embed="rId2"/>
            <a:srcRect/>
            <a:tile tx="0" ty="0" sx="100000" sy="100000" flip="none" algn="tl"/>
          </a:blip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Orange New.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592967" y="207589"/>
            <a:ext cx="396266" cy="398340"/>
          </a:xfrm>
          <a:prstGeom prst="rect">
            <a:avLst/>
          </a:prstGeom>
          <a:ln w="12700">
            <a:miter lim="400000"/>
          </a:ln>
        </p:spPr>
      </p:pic>
      <p:sp>
        <p:nvSpPr>
          <p:cNvPr id="6" name="Shape 2400"/>
          <p:cNvSpPr/>
          <p:nvPr userDrawn="1"/>
        </p:nvSpPr>
        <p:spPr>
          <a:xfrm>
            <a:off x="10131930" y="6470505"/>
            <a:ext cx="1857303" cy="275139"/>
          </a:xfrm>
          <a:prstGeom prst="rect">
            <a:avLst/>
          </a:prstGeom>
          <a:ln w="12700">
            <a:miter lim="400000"/>
          </a:ln>
          <a:extLst>
            <a:ext uri="{C572A759-6A51-4108-AA02-DFA0A04FC94B}">
              <ma14:wrappingTextBoxFlag xmlns:ma14="http://schemas.microsoft.com/office/mac/drawingml/2011/main" xmlns="" val="1"/>
            </a:ext>
          </a:extLst>
        </p:spPr>
        <p:txBody>
          <a:bodyPr wrap="none" lIns="60039" tIns="60039" rIns="60039" bIns="60039">
            <a:spAutoFit/>
          </a:bodyPr>
          <a:lstStyle>
            <a:lvl1pPr>
              <a:defRPr sz="1200" i="1">
                <a:solidFill>
                  <a:srgbClr val="FF9300"/>
                </a:solidFill>
              </a:defRPr>
            </a:lvl1pPr>
          </a:lstStyle>
          <a:p>
            <a:pPr algn="ctr" defTabSz="756275" hangingPunct="0">
              <a:defRPr/>
            </a:pPr>
            <a:r>
              <a:rPr lang="en-US" sz="1000" kern="0" dirty="0">
                <a:sym typeface="Helvetica Light"/>
              </a:rPr>
              <a:t>To be the most reliable partner</a:t>
            </a:r>
            <a:endParaRPr sz="1000" kern="0" dirty="0">
              <a:sym typeface="Helvetica Light"/>
            </a:endParaRPr>
          </a:p>
        </p:txBody>
      </p:sp>
    </p:spTree>
    <p:extLst>
      <p:ext uri="{BB962C8B-B14F-4D97-AF65-F5344CB8AC3E}">
        <p14:creationId xmlns:p14="http://schemas.microsoft.com/office/powerpoint/2010/main" val="285333427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B8ECB82F-2036-47F8-967F-811316D65A08}"/>
              </a:ext>
            </a:extLst>
          </p:cNvPr>
          <p:cNvSpPr>
            <a:spLocks noGrp="1"/>
          </p:cNvSpPr>
          <p:nvPr>
            <p:ph type="title" hasCustomPrompt="1"/>
          </p:nvPr>
        </p:nvSpPr>
        <p:spPr/>
        <p:txBody>
          <a:bodyPr/>
          <a:lstStyle>
            <a:lvl1pPr>
              <a:defRPr/>
            </a:lvl1pPr>
          </a:lstStyle>
          <a:p>
            <a:r>
              <a:rPr lang="en-US" altLang="zh-CN" dirty="0"/>
              <a:t>Click to edit Master title style</a:t>
            </a:r>
            <a:endParaRPr lang="zh-CN" altLang="en-US" dirty="0"/>
          </a:p>
        </p:txBody>
      </p:sp>
      <p:sp>
        <p:nvSpPr>
          <p:cNvPr id="4" name="内容占位符 3">
            <a:extLst>
              <a:ext uri="{FF2B5EF4-FFF2-40B4-BE49-F238E27FC236}">
                <a16:creationId xmlns="" xmlns:a16="http://schemas.microsoft.com/office/drawing/2014/main" id="{27E58D20-F6D3-402F-8CAE-45C93DE21A06}"/>
              </a:ext>
            </a:extLst>
          </p:cNvPr>
          <p:cNvSpPr>
            <a:spLocks noGrp="1"/>
          </p:cNvSpPr>
          <p:nvPr>
            <p:ph sz="half" idx="2" hasCustomPrompt="1"/>
          </p:nvPr>
        </p:nvSpPr>
        <p:spPr>
          <a:xfrm>
            <a:off x="6172199" y="1130300"/>
            <a:ext cx="5348287" cy="5006975"/>
          </a:xfrm>
        </p:spPr>
        <p:txBody>
          <a:bodyPr>
            <a:normAutofit/>
          </a:bodyPr>
          <a:lstStyle>
            <a:lvl1pPr>
              <a:defRPr lang="en-US" altLang="zh-CN" dirty="0"/>
            </a:lvl1pPr>
            <a:lvl2pPr>
              <a:defRPr lang="en-US" altLang="zh-CN" dirty="0"/>
            </a:lvl2pPr>
            <a:lvl3pPr>
              <a:defRPr lang="en-US" altLang="zh-CN" dirty="0"/>
            </a:lvl3pPr>
            <a:lvl4pPr>
              <a:defRPr lang="en-US" altLang="zh-CN" dirty="0"/>
            </a:lvl4pPr>
            <a:lvl5pPr>
              <a:defRPr lang="en-US" altLang="zh-CN" dirty="0"/>
            </a:lvl5pPr>
          </a:lstStyle>
          <a:p>
            <a:pPr lvl="0"/>
            <a:r>
              <a:rPr lang="en-US" altLang="zh-CN" dirty="0"/>
              <a:t>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8" name="内容占位符 3">
            <a:extLst>
              <a:ext uri="{FF2B5EF4-FFF2-40B4-BE49-F238E27FC236}">
                <a16:creationId xmlns="" xmlns:a16="http://schemas.microsoft.com/office/drawing/2014/main" id="{10CDFBA3-1B3A-4680-B040-97746005F91F}"/>
              </a:ext>
            </a:extLst>
          </p:cNvPr>
          <p:cNvSpPr>
            <a:spLocks noGrp="1"/>
          </p:cNvSpPr>
          <p:nvPr>
            <p:ph sz="half" idx="13" hasCustomPrompt="1"/>
          </p:nvPr>
        </p:nvSpPr>
        <p:spPr>
          <a:xfrm>
            <a:off x="669924" y="1130300"/>
            <a:ext cx="5348287" cy="5006975"/>
          </a:xfrm>
        </p:spPr>
        <p:txBody>
          <a:bodyPr>
            <a:normAutofit/>
          </a:bodyPr>
          <a:lstStyle>
            <a:lvl1pPr>
              <a:defRPr lang="en-US" altLang="zh-CN" dirty="0"/>
            </a:lvl1pPr>
            <a:lvl2pPr>
              <a:defRPr lang="en-US" altLang="zh-CN" dirty="0"/>
            </a:lvl2pPr>
            <a:lvl3pPr>
              <a:defRPr lang="en-US" altLang="zh-CN" dirty="0"/>
            </a:lvl3pPr>
            <a:lvl4pPr>
              <a:defRPr lang="en-US" altLang="zh-CN" dirty="0"/>
            </a:lvl4pPr>
            <a:lvl5pPr>
              <a:defRPr lang="en-US" altLang="zh-CN" dirty="0"/>
            </a:lvl5pPr>
          </a:lstStyle>
          <a:p>
            <a:pPr lvl="0"/>
            <a:r>
              <a:rPr lang="en-US" altLang="zh-CN" dirty="0"/>
              <a:t>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pic>
        <p:nvPicPr>
          <p:cNvPr id="5" name="Orange New.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92967" y="207589"/>
            <a:ext cx="396266" cy="398340"/>
          </a:xfrm>
          <a:prstGeom prst="rect">
            <a:avLst/>
          </a:prstGeom>
          <a:ln w="12700">
            <a:miter lim="400000"/>
          </a:ln>
        </p:spPr>
      </p:pic>
      <p:sp>
        <p:nvSpPr>
          <p:cNvPr id="6" name="Shape 2400"/>
          <p:cNvSpPr/>
          <p:nvPr userDrawn="1"/>
        </p:nvSpPr>
        <p:spPr>
          <a:xfrm>
            <a:off x="10131930" y="6470505"/>
            <a:ext cx="1857303" cy="275139"/>
          </a:xfrm>
          <a:prstGeom prst="rect">
            <a:avLst/>
          </a:prstGeom>
          <a:ln w="12700">
            <a:miter lim="400000"/>
          </a:ln>
          <a:extLst>
            <a:ext uri="{C572A759-6A51-4108-AA02-DFA0A04FC94B}">
              <ma14:wrappingTextBoxFlag xmlns:ma14="http://schemas.microsoft.com/office/mac/drawingml/2011/main" xmlns="" val="1"/>
            </a:ext>
          </a:extLst>
        </p:spPr>
        <p:txBody>
          <a:bodyPr wrap="none" lIns="60039" tIns="60039" rIns="60039" bIns="60039">
            <a:spAutoFit/>
          </a:bodyPr>
          <a:lstStyle>
            <a:lvl1pPr>
              <a:defRPr sz="1200" i="1">
                <a:solidFill>
                  <a:srgbClr val="FF9300"/>
                </a:solidFill>
              </a:defRPr>
            </a:lvl1pPr>
          </a:lstStyle>
          <a:p>
            <a:pPr algn="ctr" defTabSz="756275" hangingPunct="0">
              <a:defRPr/>
            </a:pPr>
            <a:r>
              <a:rPr lang="en-US" sz="1000" kern="0" dirty="0">
                <a:sym typeface="Helvetica Light"/>
              </a:rPr>
              <a:t>To be the most reliable partner</a:t>
            </a:r>
            <a:endParaRPr sz="1000" kern="0" dirty="0">
              <a:sym typeface="Helvetica Light"/>
            </a:endParaRPr>
          </a:p>
        </p:txBody>
      </p:sp>
    </p:spTree>
    <p:extLst>
      <p:ext uri="{BB962C8B-B14F-4D97-AF65-F5344CB8AC3E}">
        <p14:creationId xmlns:p14="http://schemas.microsoft.com/office/powerpoint/2010/main" val="15224084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a:extLst>
              <a:ext uri="{FF2B5EF4-FFF2-40B4-BE49-F238E27FC236}">
                <a16:creationId xmlns="" xmlns:a16="http://schemas.microsoft.com/office/drawing/2014/main" id="{BDB13F9A-9790-4562-8B37-BBDCA0C1B0FA}"/>
              </a:ext>
            </a:extLst>
          </p:cNvPr>
          <p:cNvSpPr>
            <a:spLocks noGrp="1"/>
          </p:cNvSpPr>
          <p:nvPr>
            <p:ph type="body" idx="1" hasCustomPrompt="1"/>
          </p:nvPr>
        </p:nvSpPr>
        <p:spPr>
          <a:xfrm>
            <a:off x="665163" y="1135380"/>
            <a:ext cx="5326061" cy="448976"/>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dirty="0"/>
              <a:t>Click to edit Master title style</a:t>
            </a:r>
          </a:p>
        </p:txBody>
      </p:sp>
      <p:sp>
        <p:nvSpPr>
          <p:cNvPr id="4" name="内容占位符 3">
            <a:extLst>
              <a:ext uri="{FF2B5EF4-FFF2-40B4-BE49-F238E27FC236}">
                <a16:creationId xmlns="" xmlns:a16="http://schemas.microsoft.com/office/drawing/2014/main" id="{8F939CE1-2565-4BD2-B765-0FDA979C4208}"/>
              </a:ext>
            </a:extLst>
          </p:cNvPr>
          <p:cNvSpPr>
            <a:spLocks noGrp="1"/>
          </p:cNvSpPr>
          <p:nvPr>
            <p:ph sz="half" idx="2" hasCustomPrompt="1"/>
          </p:nvPr>
        </p:nvSpPr>
        <p:spPr>
          <a:xfrm>
            <a:off x="671514" y="1685956"/>
            <a:ext cx="5326061" cy="4503707"/>
          </a:xfrm>
        </p:spPr>
        <p:txBody>
          <a:bodyPr>
            <a:normAutofit/>
          </a:bodyPr>
          <a:lstStyle>
            <a:lvl1pPr>
              <a:defRPr lang="en-US" altLang="zh-CN" dirty="0"/>
            </a:lvl1pPr>
            <a:lvl2pPr>
              <a:defRPr lang="en-US" altLang="zh-CN" dirty="0"/>
            </a:lvl2pPr>
            <a:lvl3pPr>
              <a:defRPr lang="en-US" altLang="zh-CN" dirty="0"/>
            </a:lvl3pPr>
            <a:lvl4pPr>
              <a:defRPr lang="en-US" altLang="zh-CN" dirty="0"/>
            </a:lvl4pPr>
            <a:lvl5pPr>
              <a:defRPr lang="en-US" altLang="zh-CN" dirty="0"/>
            </a:lvl5pPr>
          </a:lstStyle>
          <a:p>
            <a:pPr lvl="0"/>
            <a:r>
              <a:rPr lang="en-US" altLang="zh-CN" dirty="0"/>
              <a:t>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5" name="文本占位符 4">
            <a:extLst>
              <a:ext uri="{FF2B5EF4-FFF2-40B4-BE49-F238E27FC236}">
                <a16:creationId xmlns="" xmlns:a16="http://schemas.microsoft.com/office/drawing/2014/main" id="{37A8FE65-353E-44A9-975F-C67D0364E0EE}"/>
              </a:ext>
            </a:extLst>
          </p:cNvPr>
          <p:cNvSpPr>
            <a:spLocks noGrp="1"/>
          </p:cNvSpPr>
          <p:nvPr>
            <p:ph type="body" sz="quarter" idx="3" hasCustomPrompt="1"/>
          </p:nvPr>
        </p:nvSpPr>
        <p:spPr>
          <a:xfrm>
            <a:off x="6194426" y="1135380"/>
            <a:ext cx="5326061" cy="448976"/>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dirty="0"/>
              <a:t>Edit Master text styles</a:t>
            </a:r>
          </a:p>
        </p:txBody>
      </p:sp>
      <p:sp>
        <p:nvSpPr>
          <p:cNvPr id="6" name="内容占位符 5">
            <a:extLst>
              <a:ext uri="{FF2B5EF4-FFF2-40B4-BE49-F238E27FC236}">
                <a16:creationId xmlns="" xmlns:a16="http://schemas.microsoft.com/office/drawing/2014/main" id="{3E1F490D-3FF4-40C5-B1DD-918F0138111B}"/>
              </a:ext>
            </a:extLst>
          </p:cNvPr>
          <p:cNvSpPr>
            <a:spLocks noGrp="1"/>
          </p:cNvSpPr>
          <p:nvPr>
            <p:ph sz="quarter" idx="4" hasCustomPrompt="1"/>
          </p:nvPr>
        </p:nvSpPr>
        <p:spPr>
          <a:xfrm>
            <a:off x="6172199" y="1685956"/>
            <a:ext cx="5348287" cy="4503707"/>
          </a:xfrm>
        </p:spPr>
        <p:txBody>
          <a:bodyPr>
            <a:normAutofit/>
          </a:bodyPr>
          <a:lstStyle>
            <a:lvl1pPr>
              <a:defRPr lang="en-US" altLang="zh-CN" dirty="0"/>
            </a:lvl1pPr>
            <a:lvl2pPr>
              <a:defRPr lang="en-US" altLang="zh-CN" dirty="0"/>
            </a:lvl2pPr>
            <a:lvl3pPr>
              <a:defRPr lang="en-US" altLang="zh-CN" dirty="0"/>
            </a:lvl3pPr>
            <a:lvl4pPr>
              <a:defRPr lang="en-US" altLang="zh-CN" dirty="0"/>
            </a:lvl4pPr>
            <a:lvl5pPr>
              <a:defRPr lang="en-US" altLang="zh-CN" dirty="0"/>
            </a:lvl5pPr>
          </a:lstStyle>
          <a:p>
            <a:pPr lvl="0"/>
            <a:r>
              <a:rPr lang="en-US" altLang="zh-CN" dirty="0"/>
              <a:t>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 name="标题 9">
            <a:extLst>
              <a:ext uri="{FF2B5EF4-FFF2-40B4-BE49-F238E27FC236}">
                <a16:creationId xmlns="" xmlns:a16="http://schemas.microsoft.com/office/drawing/2014/main" id="{B458B080-7577-4712-B3BC-597995F4A741}"/>
              </a:ext>
            </a:extLst>
          </p:cNvPr>
          <p:cNvSpPr>
            <a:spLocks noGrp="1"/>
          </p:cNvSpPr>
          <p:nvPr>
            <p:ph type="title" hasCustomPrompt="1"/>
          </p:nvPr>
        </p:nvSpPr>
        <p:spPr/>
        <p:txBody>
          <a:bodyPr/>
          <a:lstStyle>
            <a:lvl1pPr>
              <a:defRPr/>
            </a:lvl1pPr>
          </a:lstStyle>
          <a:p>
            <a:r>
              <a:rPr lang="en-US" altLang="zh-CN" dirty="0"/>
              <a:t>Click to edit Master title style</a:t>
            </a:r>
            <a:endParaRPr lang="zh-CN" altLang="en-US" dirty="0"/>
          </a:p>
        </p:txBody>
      </p:sp>
      <p:pic>
        <p:nvPicPr>
          <p:cNvPr id="7" name="Orange New.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92967" y="207589"/>
            <a:ext cx="396266" cy="398340"/>
          </a:xfrm>
          <a:prstGeom prst="rect">
            <a:avLst/>
          </a:prstGeom>
          <a:ln w="12700">
            <a:miter lim="400000"/>
          </a:ln>
        </p:spPr>
      </p:pic>
      <p:sp>
        <p:nvSpPr>
          <p:cNvPr id="8" name="Shape 2400"/>
          <p:cNvSpPr/>
          <p:nvPr userDrawn="1"/>
        </p:nvSpPr>
        <p:spPr>
          <a:xfrm>
            <a:off x="10131930" y="6470505"/>
            <a:ext cx="1857303" cy="275139"/>
          </a:xfrm>
          <a:prstGeom prst="rect">
            <a:avLst/>
          </a:prstGeom>
          <a:ln w="12700">
            <a:miter lim="400000"/>
          </a:ln>
          <a:extLst>
            <a:ext uri="{C572A759-6A51-4108-AA02-DFA0A04FC94B}">
              <ma14:wrappingTextBoxFlag xmlns:ma14="http://schemas.microsoft.com/office/mac/drawingml/2011/main" xmlns="" val="1"/>
            </a:ext>
          </a:extLst>
        </p:spPr>
        <p:txBody>
          <a:bodyPr wrap="none" lIns="60039" tIns="60039" rIns="60039" bIns="60039">
            <a:spAutoFit/>
          </a:bodyPr>
          <a:lstStyle>
            <a:lvl1pPr>
              <a:defRPr sz="1200" i="1">
                <a:solidFill>
                  <a:srgbClr val="FF9300"/>
                </a:solidFill>
              </a:defRPr>
            </a:lvl1pPr>
          </a:lstStyle>
          <a:p>
            <a:pPr algn="ctr" defTabSz="756275" hangingPunct="0">
              <a:defRPr/>
            </a:pPr>
            <a:r>
              <a:rPr lang="en-US" sz="1000" kern="0" dirty="0">
                <a:sym typeface="Helvetica Light"/>
              </a:rPr>
              <a:t>To be the most reliable partner</a:t>
            </a:r>
            <a:endParaRPr sz="1000" kern="0" dirty="0">
              <a:sym typeface="Helvetica Light"/>
            </a:endParaRPr>
          </a:p>
        </p:txBody>
      </p:sp>
    </p:spTree>
    <p:extLst>
      <p:ext uri="{BB962C8B-B14F-4D97-AF65-F5344CB8AC3E}">
        <p14:creationId xmlns:p14="http://schemas.microsoft.com/office/powerpoint/2010/main" val="1321622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空白">
    <p:spTree>
      <p:nvGrpSpPr>
        <p:cNvPr id="1" name=""/>
        <p:cNvGrpSpPr/>
        <p:nvPr/>
      </p:nvGrpSpPr>
      <p:grpSpPr>
        <a:xfrm>
          <a:off x="0" y="0"/>
          <a:ext cx="0" cy="0"/>
          <a:chOff x="0" y="0"/>
          <a:chExt cx="0" cy="0"/>
        </a:xfrm>
      </p:grpSpPr>
      <p:sp>
        <p:nvSpPr>
          <p:cNvPr id="11" name="标题 5">
            <a:extLst>
              <a:ext uri="{FF2B5EF4-FFF2-40B4-BE49-F238E27FC236}">
                <a16:creationId xmlns="" xmlns:a16="http://schemas.microsoft.com/office/drawing/2014/main" id="{D124F9DB-C87A-423F-9657-38C7A2901430}"/>
              </a:ext>
            </a:extLst>
          </p:cNvPr>
          <p:cNvSpPr>
            <a:spLocks noGrp="1"/>
          </p:cNvSpPr>
          <p:nvPr>
            <p:ph type="title" hasCustomPrompt="1"/>
          </p:nvPr>
        </p:nvSpPr>
        <p:spPr>
          <a:xfrm>
            <a:off x="35496" y="-14144"/>
            <a:ext cx="6774874" cy="674024"/>
          </a:xfrm>
        </p:spPr>
        <p:txBody>
          <a:bodyPr anchor="ctr"/>
          <a:lstStyle>
            <a:lvl1pPr>
              <a:defRPr>
                <a:solidFill>
                  <a:schemeClr val="bg1"/>
                </a:solidFill>
              </a:defRPr>
            </a:lvl1pPr>
          </a:lstStyle>
          <a:p>
            <a:r>
              <a:rPr lang="en-US" altLang="zh-CN" dirty="0"/>
              <a:t>Click to edit Master title style</a:t>
            </a:r>
            <a:endParaRPr lang="zh-CN" altLang="en-US" dirty="0"/>
          </a:p>
        </p:txBody>
      </p:sp>
      <p:pic>
        <p:nvPicPr>
          <p:cNvPr id="5" name="Orange New.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92967" y="207589"/>
            <a:ext cx="396266" cy="398340"/>
          </a:xfrm>
          <a:prstGeom prst="rect">
            <a:avLst/>
          </a:prstGeom>
          <a:ln w="12700">
            <a:miter lim="400000"/>
          </a:ln>
        </p:spPr>
      </p:pic>
      <p:sp>
        <p:nvSpPr>
          <p:cNvPr id="6" name="Shape 2400"/>
          <p:cNvSpPr/>
          <p:nvPr userDrawn="1"/>
        </p:nvSpPr>
        <p:spPr>
          <a:xfrm>
            <a:off x="10131930" y="6470505"/>
            <a:ext cx="1857303" cy="275139"/>
          </a:xfrm>
          <a:prstGeom prst="rect">
            <a:avLst/>
          </a:prstGeom>
          <a:ln w="12700">
            <a:miter lim="400000"/>
          </a:ln>
          <a:extLst>
            <a:ext uri="{C572A759-6A51-4108-AA02-DFA0A04FC94B}">
              <ma14:wrappingTextBoxFlag xmlns:ma14="http://schemas.microsoft.com/office/mac/drawingml/2011/main" xmlns="" val="1"/>
            </a:ext>
          </a:extLst>
        </p:spPr>
        <p:txBody>
          <a:bodyPr wrap="none" lIns="60039" tIns="60039" rIns="60039" bIns="60039">
            <a:spAutoFit/>
          </a:bodyPr>
          <a:lstStyle>
            <a:lvl1pPr>
              <a:defRPr sz="1200" i="1">
                <a:solidFill>
                  <a:srgbClr val="FF9300"/>
                </a:solidFill>
              </a:defRPr>
            </a:lvl1pPr>
          </a:lstStyle>
          <a:p>
            <a:pPr algn="ctr" defTabSz="756275" hangingPunct="0">
              <a:defRPr/>
            </a:pPr>
            <a:r>
              <a:rPr lang="en-US" sz="1000" kern="0" dirty="0">
                <a:sym typeface="Helvetica Light"/>
              </a:rPr>
              <a:t>To be the most reliable partner</a:t>
            </a:r>
            <a:endParaRPr sz="1000" kern="0" dirty="0">
              <a:sym typeface="Helvetica Light"/>
            </a:endParaRPr>
          </a:p>
        </p:txBody>
      </p:sp>
      <p:pic>
        <p:nvPicPr>
          <p:cNvPr id="7" name="Picture 3" descr="E:\2018\4\55e00c0cb998f.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flipH="1">
            <a:off x="35496" y="555532"/>
            <a:ext cx="12066193" cy="751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5723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pic>
        <p:nvPicPr>
          <p:cNvPr id="2" name="Orange New.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92967" y="207589"/>
            <a:ext cx="396266" cy="398340"/>
          </a:xfrm>
          <a:prstGeom prst="rect">
            <a:avLst/>
          </a:prstGeom>
          <a:ln w="12700">
            <a:miter lim="400000"/>
          </a:ln>
        </p:spPr>
      </p:pic>
      <p:sp>
        <p:nvSpPr>
          <p:cNvPr id="3" name="Shape 2400"/>
          <p:cNvSpPr/>
          <p:nvPr userDrawn="1"/>
        </p:nvSpPr>
        <p:spPr>
          <a:xfrm>
            <a:off x="10131930" y="6470505"/>
            <a:ext cx="1857303" cy="275139"/>
          </a:xfrm>
          <a:prstGeom prst="rect">
            <a:avLst/>
          </a:prstGeom>
          <a:ln w="12700">
            <a:miter lim="400000"/>
          </a:ln>
          <a:extLst>
            <a:ext uri="{C572A759-6A51-4108-AA02-DFA0A04FC94B}">
              <ma14:wrappingTextBoxFlag xmlns:ma14="http://schemas.microsoft.com/office/mac/drawingml/2011/main" xmlns="" val="1"/>
            </a:ext>
          </a:extLst>
        </p:spPr>
        <p:txBody>
          <a:bodyPr wrap="none" lIns="60039" tIns="60039" rIns="60039" bIns="60039">
            <a:spAutoFit/>
          </a:bodyPr>
          <a:lstStyle>
            <a:lvl1pPr>
              <a:defRPr sz="1200" i="1">
                <a:solidFill>
                  <a:srgbClr val="FF9300"/>
                </a:solidFill>
              </a:defRPr>
            </a:lvl1pPr>
          </a:lstStyle>
          <a:p>
            <a:pPr algn="ctr" defTabSz="756275" hangingPunct="0">
              <a:defRPr/>
            </a:pPr>
            <a:r>
              <a:rPr lang="en-US" sz="1000" kern="0" dirty="0">
                <a:sym typeface="Helvetica Light"/>
              </a:rPr>
              <a:t>To be the most reliable partner</a:t>
            </a:r>
            <a:endParaRPr sz="1000" kern="0" dirty="0">
              <a:sym typeface="Helvetica Light"/>
            </a:endParaRPr>
          </a:p>
        </p:txBody>
      </p:sp>
    </p:spTree>
    <p:extLst>
      <p:ext uri="{BB962C8B-B14F-4D97-AF65-F5344CB8AC3E}">
        <p14:creationId xmlns:p14="http://schemas.microsoft.com/office/powerpoint/2010/main" val="34177286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a:extLst>
              <a:ext uri="{FF2B5EF4-FFF2-40B4-BE49-F238E27FC236}">
                <a16:creationId xmlns="" xmlns:a16="http://schemas.microsoft.com/office/drawing/2014/main" id="{82A0A934-5CD6-45C4-85B8-F0193DB32107}"/>
              </a:ext>
            </a:extLst>
          </p:cNvPr>
          <p:cNvSpPr>
            <a:spLocks noGrp="1"/>
          </p:cNvSpPr>
          <p:nvPr>
            <p:ph type="pic" idx="1" hasCustomPrompt="1"/>
          </p:nvPr>
        </p:nvSpPr>
        <p:spPr>
          <a:xfrm>
            <a:off x="5183188" y="1130299"/>
            <a:ext cx="6337300" cy="5006975"/>
          </a:xfrm>
          <a:solidFill>
            <a:schemeClr val="bg1">
              <a:lumMod val="95000"/>
            </a:schemeClr>
          </a:solid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zh-CN" dirty="0"/>
              <a:t>Picture</a:t>
            </a:r>
            <a:endParaRPr lang="zh-CN" altLang="en-US" dirty="0"/>
          </a:p>
        </p:txBody>
      </p:sp>
      <p:sp>
        <p:nvSpPr>
          <p:cNvPr id="4" name="文本占位符 3">
            <a:extLst>
              <a:ext uri="{FF2B5EF4-FFF2-40B4-BE49-F238E27FC236}">
                <a16:creationId xmlns="" xmlns:a16="http://schemas.microsoft.com/office/drawing/2014/main" id="{193FB480-9825-4C58-BCE4-FA8E8034DF6A}"/>
              </a:ext>
            </a:extLst>
          </p:cNvPr>
          <p:cNvSpPr>
            <a:spLocks noGrp="1"/>
          </p:cNvSpPr>
          <p:nvPr>
            <p:ph type="body" sz="half" idx="2" hasCustomPrompt="1"/>
          </p:nvPr>
        </p:nvSpPr>
        <p:spPr>
          <a:xfrm>
            <a:off x="669924" y="1138237"/>
            <a:ext cx="4282322" cy="499903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dirty="0"/>
              <a:t>Edit Master text styles</a:t>
            </a:r>
          </a:p>
        </p:txBody>
      </p:sp>
      <p:sp>
        <p:nvSpPr>
          <p:cNvPr id="8" name="标题 7">
            <a:extLst>
              <a:ext uri="{FF2B5EF4-FFF2-40B4-BE49-F238E27FC236}">
                <a16:creationId xmlns="" xmlns:a16="http://schemas.microsoft.com/office/drawing/2014/main" id="{F4537028-F61E-47F3-9D71-30474CF14BD8}"/>
              </a:ext>
            </a:extLst>
          </p:cNvPr>
          <p:cNvSpPr>
            <a:spLocks noGrp="1"/>
          </p:cNvSpPr>
          <p:nvPr>
            <p:ph type="title" hasCustomPrompt="1"/>
          </p:nvPr>
        </p:nvSpPr>
        <p:spPr/>
        <p:txBody>
          <a:bodyPr/>
          <a:lstStyle>
            <a:lvl1pPr>
              <a:defRPr/>
            </a:lvl1pPr>
          </a:lstStyle>
          <a:p>
            <a:r>
              <a:rPr lang="en-US" altLang="zh-CN" dirty="0"/>
              <a:t>Click to edit Master title style</a:t>
            </a:r>
            <a:endParaRPr lang="zh-CN" altLang="en-US" dirty="0"/>
          </a:p>
        </p:txBody>
      </p:sp>
      <p:pic>
        <p:nvPicPr>
          <p:cNvPr id="5" name="Orange New.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92967" y="207589"/>
            <a:ext cx="396266" cy="398340"/>
          </a:xfrm>
          <a:prstGeom prst="rect">
            <a:avLst/>
          </a:prstGeom>
          <a:ln w="12700">
            <a:miter lim="400000"/>
          </a:ln>
        </p:spPr>
      </p:pic>
      <p:sp>
        <p:nvSpPr>
          <p:cNvPr id="6" name="Shape 2400"/>
          <p:cNvSpPr/>
          <p:nvPr userDrawn="1"/>
        </p:nvSpPr>
        <p:spPr>
          <a:xfrm>
            <a:off x="10131930" y="6470505"/>
            <a:ext cx="1857303" cy="275139"/>
          </a:xfrm>
          <a:prstGeom prst="rect">
            <a:avLst/>
          </a:prstGeom>
          <a:ln w="12700">
            <a:miter lim="400000"/>
          </a:ln>
          <a:extLst>
            <a:ext uri="{C572A759-6A51-4108-AA02-DFA0A04FC94B}">
              <ma14:wrappingTextBoxFlag xmlns:ma14="http://schemas.microsoft.com/office/mac/drawingml/2011/main" xmlns="" val="1"/>
            </a:ext>
          </a:extLst>
        </p:spPr>
        <p:txBody>
          <a:bodyPr wrap="none" lIns="60039" tIns="60039" rIns="60039" bIns="60039">
            <a:spAutoFit/>
          </a:bodyPr>
          <a:lstStyle>
            <a:lvl1pPr>
              <a:defRPr sz="1200" i="1">
                <a:solidFill>
                  <a:srgbClr val="FF9300"/>
                </a:solidFill>
              </a:defRPr>
            </a:lvl1pPr>
          </a:lstStyle>
          <a:p>
            <a:pPr algn="ctr" defTabSz="756275" hangingPunct="0">
              <a:defRPr/>
            </a:pPr>
            <a:r>
              <a:rPr lang="en-US" sz="1000" kern="0" dirty="0">
                <a:sym typeface="Helvetica Light"/>
              </a:rPr>
              <a:t>To be the most reliable partner</a:t>
            </a:r>
            <a:endParaRPr sz="1000" kern="0" dirty="0">
              <a:sym typeface="Helvetica Light"/>
            </a:endParaRPr>
          </a:p>
        </p:txBody>
      </p:sp>
    </p:spTree>
    <p:extLst>
      <p:ext uri="{BB962C8B-B14F-4D97-AF65-F5344CB8AC3E}">
        <p14:creationId xmlns:p14="http://schemas.microsoft.com/office/powerpoint/2010/main" val="2307130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 xmlns:a16="http://schemas.microsoft.com/office/drawing/2014/main" id="{F6A26850-400B-4B40-A941-1801CDFB6B60}"/>
              </a:ext>
            </a:extLst>
          </p:cNvPr>
          <p:cNvSpPr>
            <a:spLocks noGrp="1"/>
          </p:cNvSpPr>
          <p:nvPr>
            <p:ph type="title" orient="vert" hasCustomPrompt="1"/>
          </p:nvPr>
        </p:nvSpPr>
        <p:spPr>
          <a:xfrm>
            <a:off x="8610599" y="1130300"/>
            <a:ext cx="2909888" cy="5006974"/>
          </a:xfrm>
        </p:spPr>
        <p:txBody>
          <a:bodyPr vert="eaVert">
            <a:normAutofit/>
          </a:bodyPr>
          <a:lstStyle>
            <a:lvl1pPr>
              <a:defRPr sz="2000"/>
            </a:lvl1pPr>
          </a:lstStyle>
          <a:p>
            <a:r>
              <a:rPr lang="en-US" altLang="zh-CN" dirty="0"/>
              <a:t>Click to edit Master title style</a:t>
            </a:r>
            <a:endParaRPr lang="zh-CN" altLang="en-US" dirty="0"/>
          </a:p>
        </p:txBody>
      </p:sp>
      <p:sp>
        <p:nvSpPr>
          <p:cNvPr id="3" name="竖排文字占位符 2">
            <a:extLst>
              <a:ext uri="{FF2B5EF4-FFF2-40B4-BE49-F238E27FC236}">
                <a16:creationId xmlns="" xmlns:a16="http://schemas.microsoft.com/office/drawing/2014/main" id="{C4CE9257-C5F8-43EE-8C8C-4FD143283D49}"/>
              </a:ext>
            </a:extLst>
          </p:cNvPr>
          <p:cNvSpPr>
            <a:spLocks noGrp="1"/>
          </p:cNvSpPr>
          <p:nvPr>
            <p:ph type="body" orient="vert" idx="1" hasCustomPrompt="1"/>
          </p:nvPr>
        </p:nvSpPr>
        <p:spPr>
          <a:xfrm>
            <a:off x="669925" y="1130300"/>
            <a:ext cx="7795065" cy="5006973"/>
          </a:xfrm>
        </p:spPr>
        <p:txBody>
          <a:bodyPr vert="eaVert"/>
          <a:lstStyle>
            <a:lvl1pPr>
              <a:defRPr/>
            </a:lvl1pPr>
            <a:lvl2pPr>
              <a:defRPr/>
            </a:lvl2pPr>
            <a:lvl3pPr>
              <a:defRPr/>
            </a:lvl3pPr>
            <a:lvl4pPr>
              <a:defRPr/>
            </a:lvl4pPr>
            <a:lvl5pPr>
              <a:defRPr/>
            </a:lvl5p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pic>
        <p:nvPicPr>
          <p:cNvPr id="4" name="Orange New.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92967" y="207589"/>
            <a:ext cx="396266" cy="398340"/>
          </a:xfrm>
          <a:prstGeom prst="rect">
            <a:avLst/>
          </a:prstGeom>
          <a:ln w="12700">
            <a:miter lim="400000"/>
          </a:ln>
        </p:spPr>
      </p:pic>
      <p:sp>
        <p:nvSpPr>
          <p:cNvPr id="5" name="Shape 2400"/>
          <p:cNvSpPr/>
          <p:nvPr userDrawn="1"/>
        </p:nvSpPr>
        <p:spPr>
          <a:xfrm>
            <a:off x="10131930" y="6470505"/>
            <a:ext cx="1857303" cy="275139"/>
          </a:xfrm>
          <a:prstGeom prst="rect">
            <a:avLst/>
          </a:prstGeom>
          <a:ln w="12700">
            <a:miter lim="400000"/>
          </a:ln>
          <a:extLst>
            <a:ext uri="{C572A759-6A51-4108-AA02-DFA0A04FC94B}">
              <ma14:wrappingTextBoxFlag xmlns:ma14="http://schemas.microsoft.com/office/mac/drawingml/2011/main" xmlns="" val="1"/>
            </a:ext>
          </a:extLst>
        </p:spPr>
        <p:txBody>
          <a:bodyPr wrap="none" lIns="60039" tIns="60039" rIns="60039" bIns="60039">
            <a:spAutoFit/>
          </a:bodyPr>
          <a:lstStyle>
            <a:lvl1pPr>
              <a:defRPr sz="1200" i="1">
                <a:solidFill>
                  <a:srgbClr val="FF9300"/>
                </a:solidFill>
              </a:defRPr>
            </a:lvl1pPr>
          </a:lstStyle>
          <a:p>
            <a:pPr algn="ctr" defTabSz="756275" hangingPunct="0">
              <a:defRPr/>
            </a:pPr>
            <a:r>
              <a:rPr lang="en-US" sz="1000" kern="0" dirty="0">
                <a:sym typeface="Helvetica Light"/>
              </a:rPr>
              <a:t>To be the most reliable partner</a:t>
            </a:r>
            <a:endParaRPr sz="1000" kern="0" dirty="0">
              <a:sym typeface="Helvetica Light"/>
            </a:endParaRPr>
          </a:p>
        </p:txBody>
      </p:sp>
    </p:spTree>
    <p:extLst>
      <p:ext uri="{BB962C8B-B14F-4D97-AF65-F5344CB8AC3E}">
        <p14:creationId xmlns:p14="http://schemas.microsoft.com/office/powerpoint/2010/main" val="600749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p:txBody>
          <a:bodyPr/>
          <a:lstStyle>
            <a:lvl1pPr>
              <a:defRPr lang="en-US" altLang="zh-CN" dirty="0"/>
            </a:lvl1pPr>
            <a:lvl2pPr>
              <a:defRPr lang="en-US" altLang="zh-CN" dirty="0"/>
            </a:lvl2pPr>
            <a:lvl3pPr>
              <a:defRPr lang="en-US" altLang="zh-CN" dirty="0"/>
            </a:lvl3pPr>
            <a:lvl4pPr>
              <a:defRPr lang="en-US" altLang="zh-CN" dirty="0"/>
            </a:lvl4pPr>
            <a:lvl5pPr>
              <a:defRPr lang="en-US" altLang="zh-CN" dirty="0"/>
            </a:lvl5p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pic>
        <p:nvPicPr>
          <p:cNvPr id="4" name="Orange New.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92967" y="207589"/>
            <a:ext cx="396266" cy="398340"/>
          </a:xfrm>
          <a:prstGeom prst="rect">
            <a:avLst/>
          </a:prstGeom>
          <a:ln w="12700">
            <a:miter lim="400000"/>
          </a:ln>
        </p:spPr>
      </p:pic>
      <p:sp>
        <p:nvSpPr>
          <p:cNvPr id="5" name="Shape 2400"/>
          <p:cNvSpPr/>
          <p:nvPr userDrawn="1"/>
        </p:nvSpPr>
        <p:spPr>
          <a:xfrm>
            <a:off x="10131930" y="6470505"/>
            <a:ext cx="1857303" cy="275139"/>
          </a:xfrm>
          <a:prstGeom prst="rect">
            <a:avLst/>
          </a:prstGeom>
          <a:ln w="12700">
            <a:miter lim="400000"/>
          </a:ln>
          <a:extLst>
            <a:ext uri="{C572A759-6A51-4108-AA02-DFA0A04FC94B}">
              <ma14:wrappingTextBoxFlag xmlns:ma14="http://schemas.microsoft.com/office/mac/drawingml/2011/main" xmlns="" val="1"/>
            </a:ext>
          </a:extLst>
        </p:spPr>
        <p:txBody>
          <a:bodyPr wrap="none" lIns="60039" tIns="60039" rIns="60039" bIns="60039">
            <a:spAutoFit/>
          </a:bodyPr>
          <a:lstStyle>
            <a:lvl1pPr>
              <a:defRPr sz="1200" i="1">
                <a:solidFill>
                  <a:srgbClr val="FF9300"/>
                </a:solidFill>
              </a:defRPr>
            </a:lvl1pPr>
          </a:lstStyle>
          <a:p>
            <a:pPr algn="ctr" defTabSz="756275" hangingPunct="0">
              <a:defRPr/>
            </a:pPr>
            <a:r>
              <a:rPr lang="en-US" sz="1000" kern="0" dirty="0">
                <a:sym typeface="Helvetica Light"/>
              </a:rPr>
              <a:t>To be the most reliable partner</a:t>
            </a:r>
            <a:endParaRPr sz="1000" kern="0" dirty="0">
              <a:sym typeface="Helvetica Light"/>
            </a:endParaRPr>
          </a:p>
        </p:txBody>
      </p:sp>
    </p:spTree>
    <p:extLst>
      <p:ext uri="{BB962C8B-B14F-4D97-AF65-F5344CB8AC3E}">
        <p14:creationId xmlns:p14="http://schemas.microsoft.com/office/powerpoint/2010/main" val="977832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8" name="Freeform 5">
            <a:extLst>
              <a:ext uri="{FF2B5EF4-FFF2-40B4-BE49-F238E27FC236}">
                <a16:creationId xmlns="" xmlns:a16="http://schemas.microsoft.com/office/drawing/2014/main" id="{E692F8FD-396E-466B-89C5-C3673A49DCA1}"/>
              </a:ext>
            </a:extLst>
          </p:cNvPr>
          <p:cNvSpPr>
            <a:spLocks/>
          </p:cNvSpPr>
          <p:nvPr userDrawn="1"/>
        </p:nvSpPr>
        <p:spPr bwMode="auto">
          <a:xfrm>
            <a:off x="669925" y="1006858"/>
            <a:ext cx="4911143" cy="5233605"/>
          </a:xfrm>
          <a:custGeom>
            <a:avLst/>
            <a:gdLst>
              <a:gd name="T0" fmla="*/ 0 w 4237"/>
              <a:gd name="T1" fmla="*/ 0 h 4090"/>
              <a:gd name="T2" fmla="*/ 4237 w 4237"/>
              <a:gd name="T3" fmla="*/ 722 h 4090"/>
              <a:gd name="T4" fmla="*/ 4237 w 4237"/>
              <a:gd name="T5" fmla="*/ 3368 h 4090"/>
              <a:gd name="T6" fmla="*/ 0 w 4237"/>
              <a:gd name="T7" fmla="*/ 4090 h 4090"/>
              <a:gd name="T8" fmla="*/ 0 w 4237"/>
              <a:gd name="T9" fmla="*/ 0 h 4090"/>
              <a:gd name="T10" fmla="*/ 0 w 4237"/>
              <a:gd name="T11" fmla="*/ 0 h 4090"/>
            </a:gdLst>
            <a:ahLst/>
            <a:cxnLst>
              <a:cxn ang="0">
                <a:pos x="T0" y="T1"/>
              </a:cxn>
              <a:cxn ang="0">
                <a:pos x="T2" y="T3"/>
              </a:cxn>
              <a:cxn ang="0">
                <a:pos x="T4" y="T5"/>
              </a:cxn>
              <a:cxn ang="0">
                <a:pos x="T6" y="T7"/>
              </a:cxn>
              <a:cxn ang="0">
                <a:pos x="T8" y="T9"/>
              </a:cxn>
              <a:cxn ang="0">
                <a:pos x="T10" y="T11"/>
              </a:cxn>
            </a:cxnLst>
            <a:rect l="0" t="0" r="r" b="b"/>
            <a:pathLst>
              <a:path w="4237" h="4090">
                <a:moveTo>
                  <a:pt x="0" y="0"/>
                </a:moveTo>
                <a:lnTo>
                  <a:pt x="4237" y="722"/>
                </a:lnTo>
                <a:lnTo>
                  <a:pt x="4237" y="3368"/>
                </a:lnTo>
                <a:lnTo>
                  <a:pt x="0" y="4090"/>
                </a:lnTo>
                <a:lnTo>
                  <a:pt x="0" y="0"/>
                </a:lnTo>
                <a:lnTo>
                  <a:pt x="0" y="0"/>
                </a:lnTo>
                <a:close/>
              </a:path>
            </a:pathLst>
          </a:custGeom>
          <a:blipFill>
            <a:blip r:embed="rId2"/>
            <a:srcRect/>
            <a:stretch>
              <a:fillRect l="-39724" r="-20126"/>
            </a:stretch>
          </a:bli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 name="标题 1"/>
          <p:cNvSpPr>
            <a:spLocks noGrp="1"/>
          </p:cNvSpPr>
          <p:nvPr userDrawn="1">
            <p:ph type="ctrTitle" hasCustomPrompt="1"/>
          </p:nvPr>
        </p:nvSpPr>
        <p:spPr>
          <a:xfrm>
            <a:off x="6240379" y="1929147"/>
            <a:ext cx="5280109" cy="1953042"/>
          </a:xfrm>
        </p:spPr>
        <p:txBody>
          <a:bodyPr anchor="b">
            <a:normAutofit/>
          </a:bodyPr>
          <a:lstStyle>
            <a:lvl1pPr marL="0" indent="0" algn="l">
              <a:buFont typeface="Arial" panose="020B0604020202020204" pitchFamily="34" charset="0"/>
              <a:buNone/>
              <a:defRPr sz="3200">
                <a:solidFill>
                  <a:schemeClr val="tx2"/>
                </a:solidFill>
              </a:defRPr>
            </a:lvl1pPr>
          </a:lstStyle>
          <a:p>
            <a:r>
              <a:rPr lang="en-US" altLang="zh-CN" dirty="0"/>
              <a:t>Conclusion</a:t>
            </a:r>
            <a:endParaRPr lang="zh-CN" altLang="en-US" dirty="0"/>
          </a:p>
        </p:txBody>
      </p:sp>
      <p:sp>
        <p:nvSpPr>
          <p:cNvPr id="15" name="文本占位符 62"/>
          <p:cNvSpPr>
            <a:spLocks noGrp="1"/>
          </p:cNvSpPr>
          <p:nvPr userDrawn="1">
            <p:ph type="body" sz="quarter" idx="18" hasCustomPrompt="1"/>
          </p:nvPr>
        </p:nvSpPr>
        <p:spPr>
          <a:xfrm>
            <a:off x="6240379" y="4827784"/>
            <a:ext cx="5280109" cy="310871"/>
          </a:xfrm>
        </p:spPr>
        <p:txBody>
          <a:bodyPr vert="horz" lIns="91440" tIns="45720" rIns="91440" bIns="45720" rtlCol="0">
            <a:normAutofit/>
          </a:bodyPr>
          <a:lstStyle>
            <a:lvl1pPr marL="0" indent="0" algn="l">
              <a:buNone/>
              <a:defRPr lang="zh-CN" altLang="en-US" sz="1500" smtClean="0">
                <a:solidFill>
                  <a:schemeClr val="tx2"/>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589" marR="0" lvl="0" indent="-228589" fontAlgn="auto">
              <a:spcAft>
                <a:spcPts val="0"/>
              </a:spcAft>
              <a:buClrTx/>
              <a:buSzTx/>
              <a:tabLst/>
            </a:pPr>
            <a:r>
              <a:rPr lang="en-US" altLang="zh-CN" dirty="0"/>
              <a:t>Data</a:t>
            </a:r>
          </a:p>
        </p:txBody>
      </p:sp>
      <p:sp>
        <p:nvSpPr>
          <p:cNvPr id="6" name="文本占位符 13">
            <a:extLst>
              <a:ext uri="{FF2B5EF4-FFF2-40B4-BE49-F238E27FC236}">
                <a16:creationId xmlns="" xmlns:a16="http://schemas.microsoft.com/office/drawing/2014/main" id="{05EBDA4F-7210-4CAE-8333-80DB24212E78}"/>
              </a:ext>
            </a:extLst>
          </p:cNvPr>
          <p:cNvSpPr>
            <a:spLocks noGrp="1"/>
          </p:cNvSpPr>
          <p:nvPr>
            <p:ph type="body" sz="quarter" idx="10" hasCustomPrompt="1"/>
          </p:nvPr>
        </p:nvSpPr>
        <p:spPr>
          <a:xfrm>
            <a:off x="6240381" y="4531513"/>
            <a:ext cx="5280109" cy="296271"/>
          </a:xfrm>
        </p:spPr>
        <p:txBody>
          <a:bodyPr vert="horz" anchor="ctr">
            <a:noAutofit/>
          </a:bodyPr>
          <a:lstStyle>
            <a:lvl1pPr marL="0" indent="0" algn="l">
              <a:buNone/>
              <a:defRPr sz="1500" b="0">
                <a:solidFill>
                  <a:schemeClr val="tx2"/>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Signature</a:t>
            </a:r>
          </a:p>
        </p:txBody>
      </p:sp>
      <p:sp>
        <p:nvSpPr>
          <p:cNvPr id="5" name="梯形 4">
            <a:extLst>
              <a:ext uri="{FF2B5EF4-FFF2-40B4-BE49-F238E27FC236}">
                <a16:creationId xmlns="" xmlns:a16="http://schemas.microsoft.com/office/drawing/2014/main" id="{610AAC8D-E8AF-4E03-A79B-2806EB93B21D}"/>
              </a:ext>
            </a:extLst>
          </p:cNvPr>
          <p:cNvSpPr/>
          <p:nvPr userDrawn="1"/>
        </p:nvSpPr>
        <p:spPr>
          <a:xfrm rot="16200000" flipH="1">
            <a:off x="9239444" y="3287903"/>
            <a:ext cx="5233607" cy="671517"/>
          </a:xfrm>
          <a:prstGeom prst="trapezoid">
            <a:avLst>
              <a:gd name="adj" fmla="val 11826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78658405"/>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Shape 2400"/>
          <p:cNvSpPr/>
          <p:nvPr userDrawn="1"/>
        </p:nvSpPr>
        <p:spPr>
          <a:xfrm>
            <a:off x="10131930" y="6470505"/>
            <a:ext cx="1857303" cy="275139"/>
          </a:xfrm>
          <a:prstGeom prst="rect">
            <a:avLst/>
          </a:prstGeom>
          <a:ln w="12700">
            <a:miter lim="400000"/>
          </a:ln>
          <a:extLst>
            <a:ext uri="{C572A759-6A51-4108-AA02-DFA0A04FC94B}">
              <ma14:wrappingTextBoxFlag xmlns:ma14="http://schemas.microsoft.com/office/mac/drawingml/2011/main" xmlns="" val="1"/>
            </a:ext>
          </a:extLst>
        </p:spPr>
        <p:txBody>
          <a:bodyPr wrap="none" lIns="60039" tIns="60039" rIns="60039" bIns="60039">
            <a:spAutoFit/>
          </a:bodyPr>
          <a:lstStyle>
            <a:lvl1pPr>
              <a:defRPr sz="1200" i="1">
                <a:solidFill>
                  <a:srgbClr val="FF9300"/>
                </a:solidFill>
              </a:defRPr>
            </a:lvl1pPr>
          </a:lstStyle>
          <a:p>
            <a:pPr algn="ctr" defTabSz="756275" hangingPunct="0">
              <a:defRPr/>
            </a:pPr>
            <a:r>
              <a:rPr lang="en-US" sz="1000" kern="0" dirty="0">
                <a:sym typeface="Helvetica Light"/>
              </a:rPr>
              <a:t>To be the most reliable partner</a:t>
            </a:r>
            <a:endParaRPr sz="1000" kern="0" dirty="0">
              <a:sym typeface="Helvetica Light"/>
            </a:endParaRPr>
          </a:p>
        </p:txBody>
      </p:sp>
      <p:pic>
        <p:nvPicPr>
          <p:cNvPr id="4" name="Orange New.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92967" y="207589"/>
            <a:ext cx="396266" cy="398340"/>
          </a:xfrm>
          <a:prstGeom prst="rect">
            <a:avLst/>
          </a:prstGeom>
          <a:ln w="12700">
            <a:miter lim="400000"/>
          </a:ln>
        </p:spPr>
      </p:pic>
    </p:spTree>
    <p:extLst>
      <p:ext uri="{BB962C8B-B14F-4D97-AF65-F5344CB8AC3E}">
        <p14:creationId xmlns:p14="http://schemas.microsoft.com/office/powerpoint/2010/main" val="28253896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47B3319-3C50-4736-A187-43CDD796BC10}" type="datetimeFigureOut">
              <a:rPr lang="zh-CN" altLang="en-US" smtClean="0"/>
              <a:t>2025/9/15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98AA8FD-5DD8-4B23-AED2-5EB2A04A0C10}" type="slidenum">
              <a:rPr lang="zh-CN" altLang="en-US" smtClean="0"/>
              <a:t>‹#›</a:t>
            </a:fld>
            <a:endParaRPr lang="zh-CN" altLang="en-US"/>
          </a:p>
        </p:txBody>
      </p:sp>
    </p:spTree>
    <p:extLst>
      <p:ext uri="{BB962C8B-B14F-4D97-AF65-F5344CB8AC3E}">
        <p14:creationId xmlns:p14="http://schemas.microsoft.com/office/powerpoint/2010/main" val="4260759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zh-CN" altLang="en-US" dirty="0"/>
          </a:p>
        </p:txBody>
      </p:sp>
      <p:cxnSp>
        <p:nvCxnSpPr>
          <p:cNvPr id="7" name="直接连接符 6"/>
          <p:cNvCxnSpPr/>
          <p:nvPr/>
        </p:nvCxnSpPr>
        <p:spPr>
          <a:xfrm>
            <a:off x="669924" y="1028700"/>
            <a:ext cx="10850563"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4027784"/>
      </p:ext>
    </p:extLst>
  </p:cSld>
  <p:clrMap bg1="lt1" tx1="dk1" bg2="lt2" tx2="dk2" accent1="accent1" accent2="accent2" accent3="accent3" accent4="accent4" accent5="accent5" accent6="accent6" hlink="hlink" folHlink="folHlink"/>
  <p:sldLayoutIdLst>
    <p:sldLayoutId id="2147483660" r:id="rId1"/>
    <p:sldLayoutId id="2147483669" r:id="rId2"/>
    <p:sldLayoutId id="2147483651" r:id="rId3"/>
    <p:sldLayoutId id="2147483664" r:id="rId4"/>
    <p:sldLayoutId id="2147483665" r:id="rId5"/>
    <p:sldLayoutId id="2147483670" r:id="rId6"/>
    <p:sldLayoutId id="2147483655" r:id="rId7"/>
    <p:sldLayoutId id="2147483666" r:id="rId8"/>
    <p:sldLayoutId id="2147483667" r:id="rId9"/>
    <p:sldLayoutId id="2147483668" r:id="rId10"/>
    <p:sldLayoutId id="2147483661" r:id="rId11"/>
    <p:sldLayoutId id="2147483671" r:id="rId12"/>
    <p:sldLayoutId id="2147483672" r:id="rId13"/>
  </p:sldLayoutIdLst>
  <p:hf hdr="0" dt="0"/>
  <p:txStyles>
    <p:title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589" indent="-228589" algn="l" defTabSz="914354"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22">
          <p15:clr>
            <a:srgbClr val="F26B43"/>
          </p15:clr>
        </p15:guide>
        <p15:guide id="2" pos="7257">
          <p15:clr>
            <a:srgbClr val="F26B43"/>
          </p15:clr>
        </p15:guide>
        <p15:guide id="3" orient="horz" pos="648">
          <p15:clr>
            <a:srgbClr val="F26B43"/>
          </p15:clr>
        </p15:guide>
        <p15:guide id="4" orient="horz" pos="712">
          <p15:clr>
            <a:srgbClr val="F26B43"/>
          </p15:clr>
        </p15:guide>
        <p15:guide id="5" orient="horz" pos="3931">
          <p15:clr>
            <a:srgbClr val="F26B43"/>
          </p15:clr>
        </p15:guide>
        <p15:guide id="6" orient="horz" pos="3866">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tags" Target="../tags/tag2.xml"/><Relationship Id="rId7" Type="http://schemas.openxmlformats.org/officeDocument/2006/relationships/oleObject" Target="../embeddings/oleObject1.bin"/><Relationship Id="rId2" Type="http://schemas.openxmlformats.org/officeDocument/2006/relationships/vmlDrawing" Target="../drawings/vmlDrawing1.vml"/><Relationship Id="rId1" Type="http://schemas.openxmlformats.org/officeDocument/2006/relationships/themeOverride" Target="../theme/themeOverride1.xml"/><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tags" Target="../tags/tag3.xml"/><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tags" Target="../tags/tag4.xml"/><Relationship Id="rId7" Type="http://schemas.openxmlformats.org/officeDocument/2006/relationships/image" Target="../media/image6.emf"/><Relationship Id="rId2" Type="http://schemas.openxmlformats.org/officeDocument/2006/relationships/vmlDrawing" Target="../drawings/vmlDrawing2.vml"/><Relationship Id="rId1" Type="http://schemas.openxmlformats.org/officeDocument/2006/relationships/themeOverride" Target="../theme/themeOverride2.xml"/><Relationship Id="rId6" Type="http://schemas.openxmlformats.org/officeDocument/2006/relationships/oleObject" Target="../embeddings/oleObject2.bin"/><Relationship Id="rId5" Type="http://schemas.openxmlformats.org/officeDocument/2006/relationships/slideLayout" Target="../slideLayouts/slideLayout11.xml"/><Relationship Id="rId4"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148891" y="1184313"/>
            <a:ext cx="6301648" cy="4489376"/>
          </a:xfrm>
          <a:prstGeom prst="rect">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lt"/>
            </a:endParaRPr>
          </a:p>
        </p:txBody>
      </p:sp>
      <p:graphicFrame>
        <p:nvGraphicFramePr>
          <p:cNvPr id="3" name="对象 2" hidden="1">
            <a:extLst>
              <a:ext uri="{FF2B5EF4-FFF2-40B4-BE49-F238E27FC236}">
                <a16:creationId xmlns="" xmlns:a16="http://schemas.microsoft.com/office/drawing/2014/main" id="{3C326D0B-7DAB-41B6-8030-2E4A18CC949B}"/>
              </a:ext>
            </a:extLst>
          </p:cNvPr>
          <p:cNvGraphicFramePr>
            <a:graphicFrameLocks noChangeAspect="1"/>
          </p:cNvGraphicFramePr>
          <p:nvPr>
            <p:custDataLst>
              <p:tags r:id="rId3"/>
            </p:custDataLst>
            <p:extLst>
              <p:ext uri="{D42A27DB-BD31-4B8C-83A1-F6EECF244321}">
                <p14:modId xmlns:p14="http://schemas.microsoft.com/office/powerpoint/2010/main" val="25840861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643" name="think-cell Slide" r:id="rId7" imgW="347" imgH="348" progId="TCLayout.ActiveDocument.1">
                  <p:embed/>
                </p:oleObj>
              </mc:Choice>
              <mc:Fallback>
                <p:oleObj name="think-cell Slide" r:id="rId7" imgW="347" imgH="348" progId="TCLayout.ActiveDocument.1">
                  <p:embed/>
                  <p:pic>
                    <p:nvPicPr>
                      <p:cNvPr id="3" name="对象 2" hidden="1">
                        <a:extLst>
                          <a:ext uri="{FF2B5EF4-FFF2-40B4-BE49-F238E27FC236}">
                            <a16:creationId xmlns="" xmlns:a16="http://schemas.microsoft.com/office/drawing/2014/main" id="{3C326D0B-7DAB-41B6-8030-2E4A18CC949B}"/>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矩形 1" hidden="1">
            <a:extLst>
              <a:ext uri="{FF2B5EF4-FFF2-40B4-BE49-F238E27FC236}">
                <a16:creationId xmlns="" xmlns:a16="http://schemas.microsoft.com/office/drawing/2014/main" id="{EC933494-1B63-4A32-964F-D05236799BAA}"/>
              </a:ext>
            </a:extLst>
          </p:cNvPr>
          <p:cNvSpPr/>
          <p:nvPr>
            <p:custDataLst>
              <p:tags r:id="rId4"/>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4000" b="1" dirty="0">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4" name="标题 3"/>
          <p:cNvSpPr>
            <a:spLocks noGrp="1"/>
          </p:cNvSpPr>
          <p:nvPr>
            <p:ph type="ctrTitle"/>
          </p:nvPr>
        </p:nvSpPr>
        <p:spPr>
          <a:xfrm>
            <a:off x="148891" y="2562248"/>
            <a:ext cx="6003866" cy="1956643"/>
          </a:xfrm>
        </p:spPr>
        <p:txBody>
          <a:bodyPr>
            <a:normAutofit fontScale="90000"/>
          </a:bodyPr>
          <a:lstStyle/>
          <a:p>
            <a:r>
              <a:rPr lang="en-US" altLang="zh-CN" dirty="0" smtClean="0"/>
              <a:t/>
            </a:r>
            <a:br>
              <a:rPr lang="en-US" altLang="zh-CN" dirty="0" smtClean="0"/>
            </a:br>
            <a:r>
              <a:rPr lang="en-US" altLang="zh-CN" dirty="0" smtClean="0">
                <a:effectLst>
                  <a:outerShdw blurRad="38100" dist="38100" dir="2700000" algn="tl">
                    <a:srgbClr val="000000">
                      <a:alpha val="43137"/>
                    </a:srgbClr>
                  </a:outerShdw>
                </a:effectLst>
              </a:rPr>
              <a:t>APACHE</a:t>
            </a:r>
            <a:br>
              <a:rPr lang="en-US" altLang="zh-CN" dirty="0" smtClean="0">
                <a:effectLst>
                  <a:outerShdw blurRad="38100" dist="38100" dir="2700000" algn="tl">
                    <a:srgbClr val="000000">
                      <a:alpha val="43137"/>
                    </a:srgbClr>
                  </a:outerShdw>
                </a:effectLst>
              </a:rPr>
            </a:br>
            <a:r>
              <a:rPr lang="en-US" altLang="zh-CN" sz="2800" dirty="0" smtClean="0">
                <a:effectLst>
                  <a:outerShdw blurRad="38100" dist="38100" dir="2700000" algn="tl">
                    <a:srgbClr val="000000">
                      <a:alpha val="43137"/>
                    </a:srgbClr>
                  </a:outerShdw>
                </a:effectLst>
              </a:rPr>
              <a:t>APC </a:t>
            </a:r>
            <a:r>
              <a:rPr lang="en-US" altLang="zh-CN" sz="2800" dirty="0">
                <a:effectLst>
                  <a:outerShdw blurRad="38100" dist="38100" dir="2700000" algn="tl">
                    <a:srgbClr val="000000">
                      <a:alpha val="43137"/>
                    </a:srgbClr>
                  </a:outerShdw>
                </a:effectLst>
              </a:rPr>
              <a:t>MES </a:t>
            </a:r>
            <a:r>
              <a:rPr lang="en-US" altLang="zh-CN" sz="2800" dirty="0" smtClean="0">
                <a:effectLst>
                  <a:outerShdw blurRad="38100" dist="38100" dir="2700000" algn="tl">
                    <a:srgbClr val="000000">
                      <a:alpha val="43137"/>
                    </a:srgbClr>
                  </a:outerShdw>
                </a:effectLst>
              </a:rPr>
              <a:t>Cutting Material Management System </a:t>
            </a:r>
            <a:endParaRPr lang="zh-CN" altLang="en-US" sz="2800" dirty="0">
              <a:effectLst>
                <a:outerShdw blurRad="38100" dist="38100" dir="2700000" algn="tl">
                  <a:srgbClr val="000000">
                    <a:alpha val="43137"/>
                  </a:srgbClr>
                </a:outerShdw>
              </a:effectLst>
            </a:endParaRPr>
          </a:p>
        </p:txBody>
      </p:sp>
      <p:sp>
        <p:nvSpPr>
          <p:cNvPr id="15" name="梯形 14">
            <a:extLst>
              <a:ext uri="{FF2B5EF4-FFF2-40B4-BE49-F238E27FC236}">
                <a16:creationId xmlns="" xmlns:a16="http://schemas.microsoft.com/office/drawing/2014/main" id="{E131C212-50F7-4AAE-A411-7BEAE36ED737}"/>
              </a:ext>
            </a:extLst>
          </p:cNvPr>
          <p:cNvSpPr/>
          <p:nvPr/>
        </p:nvSpPr>
        <p:spPr>
          <a:xfrm rot="16200000" flipH="1">
            <a:off x="8506328" y="3172325"/>
            <a:ext cx="6858001" cy="513352"/>
          </a:xfrm>
          <a:prstGeom prst="trapezoid">
            <a:avLst>
              <a:gd name="adj" fmla="val 582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lt"/>
            </a:endParaRPr>
          </a:p>
        </p:txBody>
      </p:sp>
      <p:pic>
        <p:nvPicPr>
          <p:cNvPr id="16" name="图片 15"/>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225405" y="1448899"/>
            <a:ext cx="1861853" cy="1189005"/>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10" name="TextBox 7"/>
          <p:cNvSpPr txBox="1"/>
          <p:nvPr/>
        </p:nvSpPr>
        <p:spPr>
          <a:xfrm>
            <a:off x="3489891" y="6332449"/>
            <a:ext cx="5623514" cy="307777"/>
          </a:xfrm>
          <a:prstGeom prst="rect">
            <a:avLst/>
          </a:prstGeom>
          <a:noFill/>
        </p:spPr>
        <p:txBody>
          <a:bodyPr wrap="square" rtlCol="0">
            <a:spAutoFit/>
          </a:bodyPr>
          <a:lstStyle/>
          <a:p>
            <a:pPr algn="ctr"/>
            <a:r>
              <a:rPr lang="en-US" altLang="zh-TW" sz="1400" dirty="0">
                <a:solidFill>
                  <a:schemeClr val="bg1">
                    <a:lumMod val="50000"/>
                  </a:schemeClr>
                </a:solidFill>
                <a:latin typeface="+mj-lt"/>
                <a:ea typeface="+mj-ea"/>
              </a:rPr>
              <a:t>e</a:t>
            </a:r>
            <a:r>
              <a:rPr lang="zh-TW" altLang="en-US" sz="1400" dirty="0">
                <a:solidFill>
                  <a:schemeClr val="bg1">
                    <a:lumMod val="50000"/>
                  </a:schemeClr>
                </a:solidFill>
                <a:latin typeface="+mj-lt"/>
                <a:ea typeface="+mj-ea"/>
              </a:rPr>
              <a:t>万行动</a:t>
            </a:r>
            <a:r>
              <a:rPr lang="zh-CN" altLang="en-US" sz="1400" dirty="0">
                <a:solidFill>
                  <a:schemeClr val="bg1">
                    <a:lumMod val="50000"/>
                  </a:schemeClr>
                </a:solidFill>
                <a:latin typeface="+mj-lt"/>
                <a:ea typeface="+mj-ea"/>
              </a:rPr>
              <a:t>，</a:t>
            </a:r>
            <a:r>
              <a:rPr lang="en-US" altLang="zh-CN" sz="1400" dirty="0">
                <a:solidFill>
                  <a:schemeClr val="bg1">
                    <a:lumMod val="50000"/>
                  </a:schemeClr>
                </a:solidFill>
                <a:latin typeface="+mj-lt"/>
                <a:ea typeface="+mj-ea"/>
              </a:rPr>
              <a:t>e-Apache, one Apache</a:t>
            </a:r>
            <a:endParaRPr lang="zh-CN" altLang="en-US" sz="1400" dirty="0">
              <a:solidFill>
                <a:schemeClr val="bg1">
                  <a:lumMod val="50000"/>
                </a:schemeClr>
              </a:solidFill>
              <a:latin typeface="+mj-lt"/>
              <a:ea typeface="+mj-ea"/>
            </a:endParaRPr>
          </a:p>
        </p:txBody>
      </p:sp>
    </p:spTree>
    <p:extLst>
      <p:ext uri="{BB962C8B-B14F-4D97-AF65-F5344CB8AC3E}">
        <p14:creationId xmlns:p14="http://schemas.microsoft.com/office/powerpoint/2010/main" val="227174189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 </a:t>
            </a:r>
            <a:r>
              <a:rPr lang="en-US" altLang="zh-CN" dirty="0"/>
              <a:t>Content</a:t>
            </a:r>
            <a:endParaRPr lang="zh-CN" altLang="en-US" dirty="0"/>
          </a:p>
        </p:txBody>
      </p:sp>
      <p:grpSp>
        <p:nvGrpSpPr>
          <p:cNvPr id="12" name="组合 11"/>
          <p:cNvGrpSpPr/>
          <p:nvPr/>
        </p:nvGrpSpPr>
        <p:grpSpPr>
          <a:xfrm>
            <a:off x="10565394" y="72395"/>
            <a:ext cx="1453034" cy="704850"/>
            <a:chOff x="10067453" y="63342"/>
            <a:chExt cx="1453034" cy="704850"/>
          </a:xfrm>
        </p:grpSpPr>
        <p:sp>
          <p:nvSpPr>
            <p:cNvPr id="8" name="矩形 7"/>
            <p:cNvSpPr/>
            <p:nvPr/>
          </p:nvSpPr>
          <p:spPr>
            <a:xfrm>
              <a:off x="10067453" y="63342"/>
              <a:ext cx="1453034" cy="704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lt"/>
              </a:endParaRPr>
            </a:p>
          </p:txBody>
        </p:sp>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87377" y="187665"/>
              <a:ext cx="456204" cy="456204"/>
            </a:xfrm>
            <a:prstGeom prst="rect">
              <a:avLst/>
            </a:prstGeom>
          </p:spPr>
        </p:pic>
        <p:pic>
          <p:nvPicPr>
            <p:cNvPr id="11" name="图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67521" y="63342"/>
              <a:ext cx="742950" cy="704850"/>
            </a:xfrm>
            <a:prstGeom prst="rect">
              <a:avLst/>
            </a:prstGeom>
          </p:spPr>
        </p:pic>
      </p:grpSp>
      <p:sp>
        <p:nvSpPr>
          <p:cNvPr id="9" name="Rectangle 8">
            <a:extLst>
              <a:ext uri="{FF2B5EF4-FFF2-40B4-BE49-F238E27FC236}">
                <a16:creationId xmlns="" xmlns:a16="http://schemas.microsoft.com/office/drawing/2014/main" id="{2FA75AB2-F309-4DAD-878C-2A59E7CE35E6}"/>
              </a:ext>
            </a:extLst>
          </p:cNvPr>
          <p:cNvSpPr>
            <a:spLocks noChangeArrowheads="1"/>
          </p:cNvSpPr>
          <p:nvPr/>
        </p:nvSpPr>
        <p:spPr bwMode="auto">
          <a:xfrm>
            <a:off x="2728022" y="1960843"/>
            <a:ext cx="814701" cy="548640"/>
          </a:xfrm>
          <a:prstGeom prst="rect">
            <a:avLst/>
          </a:prstGeom>
          <a:solidFill>
            <a:schemeClr val="bg1">
              <a:lumMod val="95000"/>
            </a:schemeClr>
          </a:solidFill>
          <a:ln>
            <a:noFill/>
          </a:ln>
        </p:spPr>
        <p:txBody>
          <a:bodyPr wrap="none" lIns="0" tIns="0" rIns="0" bIns="0" anchor="ctr"/>
          <a:lstStyle/>
          <a:p>
            <a:pPr algn="ctr" latinLnBrk="1" hangingPunct="0">
              <a:buClr>
                <a:srgbClr val="006600"/>
              </a:buClr>
              <a:buSzPct val="85000"/>
              <a:buFont typeface="Wingdings" pitchFamily="2" charset="2"/>
              <a:buNone/>
            </a:pPr>
            <a:r>
              <a:rPr lang="en-US" altLang="zh-CN" dirty="0">
                <a:solidFill>
                  <a:srgbClr val="DB6A03"/>
                </a:solidFill>
                <a:latin typeface="+mj-lt"/>
                <a:ea typeface="微软雅黑" pitchFamily="34" charset="-122"/>
                <a:cs typeface="Arial" pitchFamily="34" charset="0"/>
              </a:rPr>
              <a:t>2</a:t>
            </a:r>
          </a:p>
        </p:txBody>
      </p:sp>
      <p:sp>
        <p:nvSpPr>
          <p:cNvPr id="13" name="Rectangle 5">
            <a:extLst>
              <a:ext uri="{FF2B5EF4-FFF2-40B4-BE49-F238E27FC236}">
                <a16:creationId xmlns="" xmlns:a16="http://schemas.microsoft.com/office/drawing/2014/main" id="{B20B0CB0-034C-4E7D-A9A4-8FC43CA0A59D}"/>
              </a:ext>
            </a:extLst>
          </p:cNvPr>
          <p:cNvSpPr>
            <a:spLocks noChangeArrowheads="1"/>
          </p:cNvSpPr>
          <p:nvPr/>
        </p:nvSpPr>
        <p:spPr bwMode="gray">
          <a:xfrm>
            <a:off x="3626934" y="1960843"/>
            <a:ext cx="5773407" cy="548640"/>
          </a:xfrm>
          <a:prstGeom prst="rect">
            <a:avLst/>
          </a:prstGeom>
          <a:solidFill>
            <a:schemeClr val="bg1">
              <a:lumMod val="95000"/>
            </a:schemeClr>
          </a:solidFill>
          <a:ln>
            <a:noFill/>
          </a:ln>
        </p:spPr>
        <p:txBody>
          <a:bodyPr lIns="180000" tIns="46800" rIns="72000" bIns="46800" anchor="ctr"/>
          <a:lstStyle/>
          <a:p>
            <a:pPr eaLnBrk="0" latinLnBrk="1" hangingPunct="0">
              <a:buClr>
                <a:srgbClr val="006600"/>
              </a:buClr>
              <a:buSzPct val="85000"/>
            </a:pPr>
            <a:r>
              <a:rPr lang="zh-CN" altLang="en-US" b="1" dirty="0">
                <a:solidFill>
                  <a:srgbClr val="DB6A03"/>
                </a:solidFill>
                <a:latin typeface="+mj-lt"/>
                <a:ea typeface="微软雅黑" pitchFamily="34" charset="-122"/>
              </a:rPr>
              <a:t>项目</a:t>
            </a:r>
            <a:r>
              <a:rPr lang="zh-CN" altLang="en-US" b="1" dirty="0">
                <a:solidFill>
                  <a:srgbClr val="DB6A03"/>
                </a:solidFill>
                <a:latin typeface="+mj-lt"/>
                <a:ea typeface="微软雅黑" pitchFamily="34" charset="-122"/>
              </a:rPr>
              <a:t>规划 </a:t>
            </a:r>
            <a:r>
              <a:rPr lang="en-US" altLang="zh-CN" b="1" dirty="0">
                <a:solidFill>
                  <a:srgbClr val="DB6A03"/>
                </a:solidFill>
                <a:latin typeface="+mj-lt"/>
                <a:ea typeface="微软雅黑" pitchFamily="34" charset="-122"/>
              </a:rPr>
              <a:t>Project </a:t>
            </a:r>
            <a:r>
              <a:rPr lang="en-US" altLang="zh-CN" b="1" dirty="0">
                <a:solidFill>
                  <a:srgbClr val="DB6A03"/>
                </a:solidFill>
                <a:latin typeface="+mj-lt"/>
                <a:ea typeface="微软雅黑" pitchFamily="34" charset="-122"/>
              </a:rPr>
              <a:t>Schedule</a:t>
            </a:r>
            <a:endParaRPr lang="en-US" altLang="zh-CN" b="1" dirty="0">
              <a:solidFill>
                <a:srgbClr val="DB6A03"/>
              </a:solidFill>
              <a:latin typeface="+mj-lt"/>
              <a:ea typeface="微软雅黑" pitchFamily="34" charset="-122"/>
            </a:endParaRPr>
          </a:p>
        </p:txBody>
      </p:sp>
      <p:sp>
        <p:nvSpPr>
          <p:cNvPr id="24" name="Rectangle 8">
            <a:extLst>
              <a:ext uri="{FF2B5EF4-FFF2-40B4-BE49-F238E27FC236}">
                <a16:creationId xmlns="" xmlns:a16="http://schemas.microsoft.com/office/drawing/2014/main" id="{2FA75AB2-F309-4DAD-878C-2A59E7CE35E6}"/>
              </a:ext>
            </a:extLst>
          </p:cNvPr>
          <p:cNvSpPr>
            <a:spLocks noChangeArrowheads="1"/>
          </p:cNvSpPr>
          <p:nvPr/>
        </p:nvSpPr>
        <p:spPr bwMode="auto">
          <a:xfrm>
            <a:off x="2728022" y="1289142"/>
            <a:ext cx="814701" cy="548640"/>
          </a:xfrm>
          <a:prstGeom prst="rect">
            <a:avLst/>
          </a:prstGeom>
          <a:solidFill>
            <a:schemeClr val="bg1">
              <a:lumMod val="95000"/>
            </a:schemeClr>
          </a:solidFill>
          <a:ln>
            <a:noFill/>
          </a:ln>
        </p:spPr>
        <p:txBody>
          <a:bodyPr wrap="none" lIns="0" tIns="0" rIns="0" bIns="0" anchor="ctr"/>
          <a:lstStyle/>
          <a:p>
            <a:pPr algn="ctr" latinLnBrk="1" hangingPunct="0">
              <a:buClr>
                <a:srgbClr val="006600"/>
              </a:buClr>
              <a:buSzPct val="85000"/>
              <a:buFont typeface="Wingdings" pitchFamily="2" charset="2"/>
              <a:buNone/>
            </a:pPr>
            <a:r>
              <a:rPr lang="en-US" altLang="zh-CN" dirty="0">
                <a:solidFill>
                  <a:srgbClr val="DB6A03"/>
                </a:solidFill>
                <a:latin typeface="+mj-lt"/>
                <a:ea typeface="微软雅黑" pitchFamily="34" charset="-122"/>
                <a:cs typeface="Arial" pitchFamily="34" charset="0"/>
              </a:rPr>
              <a:t>1</a:t>
            </a:r>
          </a:p>
        </p:txBody>
      </p:sp>
      <p:sp>
        <p:nvSpPr>
          <p:cNvPr id="25" name="Rectangle 5">
            <a:extLst>
              <a:ext uri="{FF2B5EF4-FFF2-40B4-BE49-F238E27FC236}">
                <a16:creationId xmlns="" xmlns:a16="http://schemas.microsoft.com/office/drawing/2014/main" id="{B20B0CB0-034C-4E7D-A9A4-8FC43CA0A59D}"/>
              </a:ext>
            </a:extLst>
          </p:cNvPr>
          <p:cNvSpPr>
            <a:spLocks noChangeArrowheads="1"/>
          </p:cNvSpPr>
          <p:nvPr/>
        </p:nvSpPr>
        <p:spPr bwMode="gray">
          <a:xfrm>
            <a:off x="3626934" y="1289142"/>
            <a:ext cx="5773407" cy="548640"/>
          </a:xfrm>
          <a:prstGeom prst="rect">
            <a:avLst/>
          </a:prstGeom>
          <a:solidFill>
            <a:schemeClr val="bg1">
              <a:lumMod val="95000"/>
            </a:schemeClr>
          </a:solidFill>
          <a:ln>
            <a:noFill/>
          </a:ln>
        </p:spPr>
        <p:txBody>
          <a:bodyPr lIns="180000" tIns="46800" rIns="72000" bIns="46800" anchor="ctr"/>
          <a:lstStyle/>
          <a:p>
            <a:pPr eaLnBrk="0" latinLnBrk="1" hangingPunct="0">
              <a:buClr>
                <a:srgbClr val="006600"/>
              </a:buClr>
              <a:buSzPct val="85000"/>
            </a:pPr>
            <a:r>
              <a:rPr lang="zh-CN" altLang="en-US" b="1" dirty="0">
                <a:solidFill>
                  <a:srgbClr val="DB6A03"/>
                </a:solidFill>
                <a:latin typeface="+mj-lt"/>
                <a:ea typeface="微软雅黑" pitchFamily="34" charset="-122"/>
              </a:rPr>
              <a:t>项目范围 </a:t>
            </a:r>
            <a:r>
              <a:rPr lang="en-US" altLang="zh-CN" b="1" dirty="0">
                <a:solidFill>
                  <a:srgbClr val="DB6A03"/>
                </a:solidFill>
                <a:latin typeface="+mj-lt"/>
                <a:ea typeface="微软雅黑" pitchFamily="34" charset="-122"/>
              </a:rPr>
              <a:t>Project Scope</a:t>
            </a:r>
            <a:endParaRPr lang="zh-CN" altLang="en-US" b="1" dirty="0">
              <a:solidFill>
                <a:srgbClr val="DB6A03"/>
              </a:solidFill>
              <a:latin typeface="+mj-lt"/>
              <a:ea typeface="微软雅黑" pitchFamily="34" charset="-122"/>
            </a:endParaRPr>
          </a:p>
        </p:txBody>
      </p:sp>
      <p:sp>
        <p:nvSpPr>
          <p:cNvPr id="17" name="Rectangle 8">
            <a:extLst>
              <a:ext uri="{FF2B5EF4-FFF2-40B4-BE49-F238E27FC236}">
                <a16:creationId xmlns="" xmlns:a16="http://schemas.microsoft.com/office/drawing/2014/main" id="{5BFE36D3-9A88-44FB-B11C-F9E300E6BA3F}"/>
              </a:ext>
            </a:extLst>
          </p:cNvPr>
          <p:cNvSpPr>
            <a:spLocks noChangeArrowheads="1"/>
          </p:cNvSpPr>
          <p:nvPr/>
        </p:nvSpPr>
        <p:spPr bwMode="auto">
          <a:xfrm>
            <a:off x="2717005" y="2684722"/>
            <a:ext cx="814701" cy="548640"/>
          </a:xfrm>
          <a:prstGeom prst="rect">
            <a:avLst/>
          </a:prstGeom>
          <a:solidFill>
            <a:schemeClr val="bg1">
              <a:lumMod val="95000"/>
            </a:schemeClr>
          </a:solidFill>
          <a:ln>
            <a:noFill/>
          </a:ln>
        </p:spPr>
        <p:txBody>
          <a:bodyPr wrap="none" lIns="0" tIns="0" rIns="0" bIns="0" anchor="ctr"/>
          <a:lstStyle/>
          <a:p>
            <a:pPr algn="ctr" latinLnBrk="1" hangingPunct="0">
              <a:buClr>
                <a:srgbClr val="006600"/>
              </a:buClr>
              <a:buSzPct val="85000"/>
              <a:buFont typeface="Wingdings" pitchFamily="2" charset="2"/>
              <a:buNone/>
            </a:pPr>
            <a:r>
              <a:rPr lang="en-US" altLang="zh-CN" dirty="0">
                <a:solidFill>
                  <a:srgbClr val="DB6A03"/>
                </a:solidFill>
                <a:latin typeface="+mj-lt"/>
                <a:ea typeface="微软雅黑" pitchFamily="34" charset="-122"/>
                <a:cs typeface="Arial" pitchFamily="34" charset="0"/>
              </a:rPr>
              <a:t>3</a:t>
            </a:r>
          </a:p>
        </p:txBody>
      </p:sp>
      <p:sp>
        <p:nvSpPr>
          <p:cNvPr id="18" name="Rectangle 5">
            <a:extLst>
              <a:ext uri="{FF2B5EF4-FFF2-40B4-BE49-F238E27FC236}">
                <a16:creationId xmlns="" xmlns:a16="http://schemas.microsoft.com/office/drawing/2014/main" id="{5814A8E3-FB98-4FD9-9703-749015CC5236}"/>
              </a:ext>
            </a:extLst>
          </p:cNvPr>
          <p:cNvSpPr>
            <a:spLocks noChangeArrowheads="1"/>
          </p:cNvSpPr>
          <p:nvPr/>
        </p:nvSpPr>
        <p:spPr bwMode="gray">
          <a:xfrm>
            <a:off x="3626934" y="2660582"/>
            <a:ext cx="5773407" cy="548640"/>
          </a:xfrm>
          <a:prstGeom prst="rect">
            <a:avLst/>
          </a:prstGeom>
          <a:solidFill>
            <a:schemeClr val="bg1">
              <a:lumMod val="95000"/>
            </a:schemeClr>
          </a:solidFill>
          <a:ln>
            <a:noFill/>
          </a:ln>
        </p:spPr>
        <p:txBody>
          <a:bodyPr lIns="180000" tIns="46800" rIns="72000" bIns="46800" anchor="ctr"/>
          <a:lstStyle/>
          <a:p>
            <a:pPr eaLnBrk="0" latinLnBrk="1" hangingPunct="0">
              <a:buClr>
                <a:srgbClr val="006600"/>
              </a:buClr>
              <a:buSzPct val="85000"/>
            </a:pPr>
            <a:r>
              <a:rPr lang="zh-CN" altLang="en-US" b="1" dirty="0">
                <a:solidFill>
                  <a:srgbClr val="DB6A03"/>
                </a:solidFill>
                <a:latin typeface="+mj-lt"/>
                <a:ea typeface="微软雅黑" pitchFamily="34" charset="-122"/>
              </a:rPr>
              <a:t>项目团队</a:t>
            </a:r>
            <a:r>
              <a:rPr lang="en-US" altLang="zh-CN" b="1" dirty="0">
                <a:solidFill>
                  <a:srgbClr val="DB6A03"/>
                </a:solidFill>
                <a:latin typeface="+mj-lt"/>
                <a:ea typeface="微软雅黑" pitchFamily="34" charset="-122"/>
              </a:rPr>
              <a:t>Project Team</a:t>
            </a:r>
          </a:p>
        </p:txBody>
      </p:sp>
      <p:sp>
        <p:nvSpPr>
          <p:cNvPr id="14" name="Rectangle 8">
            <a:extLst>
              <a:ext uri="{FF2B5EF4-FFF2-40B4-BE49-F238E27FC236}">
                <a16:creationId xmlns="" xmlns:a16="http://schemas.microsoft.com/office/drawing/2014/main" id="{2FA75AB2-F309-4DAD-878C-2A59E7CE35E6}"/>
              </a:ext>
            </a:extLst>
          </p:cNvPr>
          <p:cNvSpPr>
            <a:spLocks noChangeArrowheads="1"/>
          </p:cNvSpPr>
          <p:nvPr/>
        </p:nvSpPr>
        <p:spPr bwMode="auto">
          <a:xfrm>
            <a:off x="2728022" y="4076242"/>
            <a:ext cx="814701" cy="548640"/>
          </a:xfrm>
          <a:prstGeom prst="rect">
            <a:avLst/>
          </a:prstGeom>
          <a:solidFill>
            <a:schemeClr val="bg1">
              <a:lumMod val="95000"/>
            </a:schemeClr>
          </a:solidFill>
          <a:ln>
            <a:noFill/>
          </a:ln>
        </p:spPr>
        <p:txBody>
          <a:bodyPr wrap="none" lIns="0" tIns="0" rIns="0" bIns="0" anchor="ctr"/>
          <a:lstStyle/>
          <a:p>
            <a:pPr algn="ctr" latinLnBrk="1" hangingPunct="0">
              <a:buClr>
                <a:srgbClr val="006600"/>
              </a:buClr>
              <a:buSzPct val="85000"/>
              <a:buFont typeface="Wingdings" pitchFamily="2" charset="2"/>
              <a:buNone/>
            </a:pPr>
            <a:r>
              <a:rPr lang="en-US" altLang="zh-CN" dirty="0" smtClean="0">
                <a:solidFill>
                  <a:srgbClr val="DB6A03"/>
                </a:solidFill>
                <a:latin typeface="+mj-lt"/>
                <a:ea typeface="微软雅黑" pitchFamily="34" charset="-122"/>
                <a:cs typeface="Arial" pitchFamily="34" charset="0"/>
              </a:rPr>
              <a:t>5</a:t>
            </a:r>
            <a:endParaRPr lang="en-US" altLang="zh-CN" sz="1800" dirty="0">
              <a:solidFill>
                <a:srgbClr val="DB6A03"/>
              </a:solidFill>
              <a:latin typeface="+mj-lt"/>
              <a:ea typeface="微软雅黑" pitchFamily="34" charset="-122"/>
              <a:cs typeface="Arial" pitchFamily="34" charset="0"/>
            </a:endParaRPr>
          </a:p>
        </p:txBody>
      </p:sp>
      <p:sp>
        <p:nvSpPr>
          <p:cNvPr id="15" name="Rectangle 5">
            <a:extLst>
              <a:ext uri="{FF2B5EF4-FFF2-40B4-BE49-F238E27FC236}">
                <a16:creationId xmlns="" xmlns:a16="http://schemas.microsoft.com/office/drawing/2014/main" id="{B20B0CB0-034C-4E7D-A9A4-8FC43CA0A59D}"/>
              </a:ext>
            </a:extLst>
          </p:cNvPr>
          <p:cNvSpPr>
            <a:spLocks noChangeArrowheads="1"/>
          </p:cNvSpPr>
          <p:nvPr/>
        </p:nvSpPr>
        <p:spPr bwMode="gray">
          <a:xfrm>
            <a:off x="3626934" y="4076242"/>
            <a:ext cx="5773407" cy="548640"/>
          </a:xfrm>
          <a:prstGeom prst="rect">
            <a:avLst/>
          </a:prstGeom>
          <a:solidFill>
            <a:schemeClr val="bg1">
              <a:lumMod val="95000"/>
            </a:schemeClr>
          </a:solidFill>
          <a:ln>
            <a:noFill/>
          </a:ln>
        </p:spPr>
        <p:txBody>
          <a:bodyPr lIns="180000" tIns="46800" rIns="72000" bIns="46800" anchor="ctr"/>
          <a:lstStyle/>
          <a:p>
            <a:pPr eaLnBrk="0" latinLnBrk="1" hangingPunct="0">
              <a:buClr>
                <a:srgbClr val="006600"/>
              </a:buClr>
              <a:buSzPct val="85000"/>
            </a:pPr>
            <a:r>
              <a:rPr lang="zh-CN" altLang="en-US" b="1" dirty="0">
                <a:solidFill>
                  <a:srgbClr val="DB6A03"/>
                </a:solidFill>
                <a:latin typeface="+mj-lt"/>
                <a:ea typeface="微软雅黑" pitchFamily="34" charset="-122"/>
              </a:rPr>
              <a:t>项目沟通</a:t>
            </a:r>
            <a:r>
              <a:rPr lang="en-US" altLang="zh-CN" b="1" dirty="0">
                <a:solidFill>
                  <a:srgbClr val="DB6A03"/>
                </a:solidFill>
                <a:latin typeface="+mj-lt"/>
                <a:ea typeface="微软雅黑" pitchFamily="34" charset="-122"/>
              </a:rPr>
              <a:t>-</a:t>
            </a:r>
            <a:r>
              <a:rPr lang="zh-CN" altLang="en-US" b="1" dirty="0">
                <a:solidFill>
                  <a:srgbClr val="DB6A03"/>
                </a:solidFill>
                <a:latin typeface="+mj-lt"/>
                <a:ea typeface="微软雅黑" pitchFamily="34" charset="-122"/>
              </a:rPr>
              <a:t>工具 </a:t>
            </a:r>
            <a:r>
              <a:rPr lang="en-US" altLang="zh-CN" b="1" dirty="0">
                <a:solidFill>
                  <a:srgbClr val="DB6A03"/>
                </a:solidFill>
                <a:latin typeface="+mj-lt"/>
                <a:ea typeface="微软雅黑" pitchFamily="34" charset="-122"/>
              </a:rPr>
              <a:t>Project Communication- Tools</a:t>
            </a:r>
            <a:endParaRPr lang="zh-CN" altLang="en-US" sz="1800" b="1" dirty="0">
              <a:solidFill>
                <a:srgbClr val="DB6A03"/>
              </a:solidFill>
              <a:latin typeface="+mj-lt"/>
              <a:ea typeface="微软雅黑" pitchFamily="34" charset="-122"/>
            </a:endParaRPr>
          </a:p>
        </p:txBody>
      </p:sp>
      <p:sp>
        <p:nvSpPr>
          <p:cNvPr id="16" name="Rectangle 8">
            <a:extLst>
              <a:ext uri="{FF2B5EF4-FFF2-40B4-BE49-F238E27FC236}">
                <a16:creationId xmlns="" xmlns:a16="http://schemas.microsoft.com/office/drawing/2014/main" id="{2FA75AB2-F309-4DAD-878C-2A59E7CE35E6}"/>
              </a:ext>
            </a:extLst>
          </p:cNvPr>
          <p:cNvSpPr>
            <a:spLocks noChangeArrowheads="1"/>
          </p:cNvSpPr>
          <p:nvPr/>
        </p:nvSpPr>
        <p:spPr bwMode="auto">
          <a:xfrm>
            <a:off x="2717004" y="4889384"/>
            <a:ext cx="814701" cy="548640"/>
          </a:xfrm>
          <a:prstGeom prst="rect">
            <a:avLst/>
          </a:prstGeom>
          <a:solidFill>
            <a:schemeClr val="bg1">
              <a:lumMod val="95000"/>
            </a:schemeClr>
          </a:solidFill>
          <a:ln>
            <a:noFill/>
          </a:ln>
        </p:spPr>
        <p:txBody>
          <a:bodyPr wrap="none" lIns="0" tIns="0" rIns="0" bIns="0" anchor="ctr"/>
          <a:lstStyle/>
          <a:p>
            <a:pPr algn="ctr" latinLnBrk="1" hangingPunct="0">
              <a:buClr>
                <a:srgbClr val="006600"/>
              </a:buClr>
              <a:buSzPct val="85000"/>
              <a:buFont typeface="Wingdings" pitchFamily="2" charset="2"/>
              <a:buNone/>
            </a:pPr>
            <a:r>
              <a:rPr lang="en-US" altLang="zh-CN" dirty="0">
                <a:solidFill>
                  <a:srgbClr val="DB6A03"/>
                </a:solidFill>
                <a:latin typeface="+mj-lt"/>
                <a:ea typeface="微软雅黑" pitchFamily="34" charset="-122"/>
                <a:cs typeface="Arial" pitchFamily="34" charset="0"/>
              </a:rPr>
              <a:t>6</a:t>
            </a:r>
            <a:endParaRPr lang="en-US" altLang="zh-CN" sz="1800" dirty="0">
              <a:solidFill>
                <a:srgbClr val="DB6A03"/>
              </a:solidFill>
              <a:latin typeface="+mj-lt"/>
              <a:ea typeface="微软雅黑" pitchFamily="34" charset="-122"/>
              <a:cs typeface="Arial" pitchFamily="34" charset="0"/>
            </a:endParaRPr>
          </a:p>
        </p:txBody>
      </p:sp>
      <p:sp>
        <p:nvSpPr>
          <p:cNvPr id="19" name="Rectangle 5">
            <a:extLst>
              <a:ext uri="{FF2B5EF4-FFF2-40B4-BE49-F238E27FC236}">
                <a16:creationId xmlns="" xmlns:a16="http://schemas.microsoft.com/office/drawing/2014/main" id="{B20B0CB0-034C-4E7D-A9A4-8FC43CA0A59D}"/>
              </a:ext>
            </a:extLst>
          </p:cNvPr>
          <p:cNvSpPr>
            <a:spLocks noChangeArrowheads="1"/>
          </p:cNvSpPr>
          <p:nvPr/>
        </p:nvSpPr>
        <p:spPr bwMode="gray">
          <a:xfrm>
            <a:off x="3626932" y="4889384"/>
            <a:ext cx="5773407" cy="548640"/>
          </a:xfrm>
          <a:prstGeom prst="rect">
            <a:avLst/>
          </a:prstGeom>
          <a:solidFill>
            <a:schemeClr val="bg1">
              <a:lumMod val="95000"/>
            </a:schemeClr>
          </a:solidFill>
          <a:ln>
            <a:noFill/>
          </a:ln>
        </p:spPr>
        <p:txBody>
          <a:bodyPr lIns="180000" tIns="46800" rIns="72000" bIns="46800" anchor="ctr"/>
          <a:lstStyle/>
          <a:p>
            <a:pPr eaLnBrk="0" latinLnBrk="1" hangingPunct="0">
              <a:buClr>
                <a:srgbClr val="006600"/>
              </a:buClr>
              <a:buSzPct val="85000"/>
            </a:pPr>
            <a:r>
              <a:rPr lang="zh-CN" altLang="en-US" b="1" dirty="0">
                <a:solidFill>
                  <a:srgbClr val="DB6A03"/>
                </a:solidFill>
                <a:latin typeface="+mj-lt"/>
                <a:ea typeface="微软雅黑" pitchFamily="34" charset="-122"/>
              </a:rPr>
              <a:t>项目沟通 </a:t>
            </a:r>
            <a:r>
              <a:rPr lang="en-US" altLang="zh-CN" b="1" dirty="0">
                <a:solidFill>
                  <a:srgbClr val="DB6A03"/>
                </a:solidFill>
                <a:latin typeface="+mj-lt"/>
                <a:ea typeface="微软雅黑" pitchFamily="34" charset="-122"/>
              </a:rPr>
              <a:t>Project Communication </a:t>
            </a:r>
            <a:endParaRPr lang="zh-CN" altLang="en-US" b="1" dirty="0">
              <a:solidFill>
                <a:srgbClr val="DB6A03"/>
              </a:solidFill>
              <a:latin typeface="+mj-lt"/>
              <a:ea typeface="微软雅黑" pitchFamily="34" charset="-122"/>
            </a:endParaRPr>
          </a:p>
        </p:txBody>
      </p:sp>
      <p:sp>
        <p:nvSpPr>
          <p:cNvPr id="22" name="Rectangle 8">
            <a:extLst>
              <a:ext uri="{FF2B5EF4-FFF2-40B4-BE49-F238E27FC236}">
                <a16:creationId xmlns="" xmlns:a16="http://schemas.microsoft.com/office/drawing/2014/main" id="{2FA75AB2-F309-4DAD-878C-2A59E7CE35E6}"/>
              </a:ext>
            </a:extLst>
          </p:cNvPr>
          <p:cNvSpPr>
            <a:spLocks noChangeArrowheads="1"/>
          </p:cNvSpPr>
          <p:nvPr/>
        </p:nvSpPr>
        <p:spPr bwMode="auto">
          <a:xfrm>
            <a:off x="2717003" y="3359341"/>
            <a:ext cx="814701" cy="548640"/>
          </a:xfrm>
          <a:prstGeom prst="rect">
            <a:avLst/>
          </a:prstGeom>
          <a:solidFill>
            <a:schemeClr val="bg1">
              <a:lumMod val="95000"/>
            </a:schemeClr>
          </a:solidFill>
          <a:ln>
            <a:noFill/>
          </a:ln>
        </p:spPr>
        <p:txBody>
          <a:bodyPr wrap="none" lIns="0" tIns="0" rIns="0" bIns="0" anchor="ctr"/>
          <a:lstStyle/>
          <a:p>
            <a:pPr algn="ctr" latinLnBrk="1" hangingPunct="0">
              <a:buClr>
                <a:srgbClr val="006600"/>
              </a:buClr>
              <a:buSzPct val="85000"/>
              <a:buFont typeface="Wingdings" pitchFamily="2" charset="2"/>
              <a:buNone/>
            </a:pPr>
            <a:r>
              <a:rPr lang="en-US" altLang="zh-CN" dirty="0">
                <a:solidFill>
                  <a:srgbClr val="DB6A03"/>
                </a:solidFill>
                <a:latin typeface="+mj-lt"/>
                <a:ea typeface="微软雅黑" pitchFamily="34" charset="-122"/>
                <a:cs typeface="Arial" pitchFamily="34" charset="0"/>
              </a:rPr>
              <a:t>4</a:t>
            </a:r>
            <a:endParaRPr lang="en-US" altLang="zh-CN" sz="1800" dirty="0">
              <a:solidFill>
                <a:srgbClr val="DB6A03"/>
              </a:solidFill>
              <a:latin typeface="+mj-lt"/>
              <a:ea typeface="微软雅黑" pitchFamily="34" charset="-122"/>
              <a:cs typeface="Arial" pitchFamily="34" charset="0"/>
            </a:endParaRPr>
          </a:p>
        </p:txBody>
      </p:sp>
      <p:sp>
        <p:nvSpPr>
          <p:cNvPr id="23" name="Rectangle 5">
            <a:extLst>
              <a:ext uri="{FF2B5EF4-FFF2-40B4-BE49-F238E27FC236}">
                <a16:creationId xmlns="" xmlns:a16="http://schemas.microsoft.com/office/drawing/2014/main" id="{B20B0CB0-034C-4E7D-A9A4-8FC43CA0A59D}"/>
              </a:ext>
            </a:extLst>
          </p:cNvPr>
          <p:cNvSpPr>
            <a:spLocks noChangeArrowheads="1"/>
          </p:cNvSpPr>
          <p:nvPr/>
        </p:nvSpPr>
        <p:spPr bwMode="gray">
          <a:xfrm>
            <a:off x="3626933" y="3355617"/>
            <a:ext cx="5773407" cy="548640"/>
          </a:xfrm>
          <a:prstGeom prst="rect">
            <a:avLst/>
          </a:prstGeom>
          <a:solidFill>
            <a:schemeClr val="bg1">
              <a:lumMod val="95000"/>
            </a:schemeClr>
          </a:solidFill>
          <a:ln>
            <a:noFill/>
          </a:ln>
        </p:spPr>
        <p:txBody>
          <a:bodyPr lIns="180000" tIns="46800" rIns="72000" bIns="46800" anchor="ctr"/>
          <a:lstStyle/>
          <a:p>
            <a:pPr eaLnBrk="0" latinLnBrk="1" hangingPunct="0">
              <a:buClr>
                <a:srgbClr val="006600"/>
              </a:buClr>
              <a:buSzPct val="85000"/>
            </a:pPr>
            <a:r>
              <a:rPr lang="zh-CN" altLang="en-US" b="1" dirty="0">
                <a:solidFill>
                  <a:srgbClr val="DB6A03"/>
                </a:solidFill>
                <a:latin typeface="+mj-lt"/>
                <a:ea typeface="微软雅黑" pitchFamily="34" charset="-122"/>
              </a:rPr>
              <a:t>项目组织 </a:t>
            </a:r>
            <a:r>
              <a:rPr lang="en-US" altLang="zh-CN" b="1" dirty="0">
                <a:solidFill>
                  <a:srgbClr val="DB6A03"/>
                </a:solidFill>
                <a:latin typeface="+mj-lt"/>
                <a:ea typeface="微软雅黑" pitchFamily="34" charset="-122"/>
              </a:rPr>
              <a:t>Project Organization</a:t>
            </a:r>
            <a:endParaRPr lang="zh-CN" altLang="en-US" b="1" dirty="0">
              <a:solidFill>
                <a:srgbClr val="DB6A03"/>
              </a:solidFill>
              <a:latin typeface="+mj-lt"/>
              <a:ea typeface="微软雅黑" pitchFamily="34" charset="-122"/>
            </a:endParaRPr>
          </a:p>
        </p:txBody>
      </p:sp>
    </p:spTree>
    <p:extLst>
      <p:ext uri="{BB962C8B-B14F-4D97-AF65-F5344CB8AC3E}">
        <p14:creationId xmlns:p14="http://schemas.microsoft.com/office/powerpoint/2010/main" val="11133795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标题 1"/>
          <p:cNvSpPr>
            <a:spLocks noGrp="1"/>
          </p:cNvSpPr>
          <p:nvPr>
            <p:ph type="title"/>
          </p:nvPr>
        </p:nvSpPr>
        <p:spPr>
          <a:xfrm>
            <a:off x="441348" y="115920"/>
            <a:ext cx="10850563" cy="652921"/>
          </a:xfrm>
        </p:spPr>
        <p:txBody>
          <a:bodyPr>
            <a:normAutofit/>
          </a:bodyPr>
          <a:lstStyle/>
          <a:p>
            <a:r>
              <a:rPr lang="zh-CN" altLang="en-US" sz="2400" dirty="0" smtClean="0">
                <a:latin typeface="+mj-ea"/>
              </a:rPr>
              <a:t>项目范围 </a:t>
            </a:r>
            <a:r>
              <a:rPr lang="en-US" altLang="zh-CN" sz="2400" dirty="0" smtClean="0">
                <a:latin typeface="+mj-ea"/>
              </a:rPr>
              <a:t>Project Scope</a:t>
            </a:r>
            <a:endParaRPr lang="zh-CN" altLang="en-US" sz="2400" dirty="0">
              <a:latin typeface="+mj-ea"/>
            </a:endParaRPr>
          </a:p>
        </p:txBody>
      </p:sp>
      <p:graphicFrame>
        <p:nvGraphicFramePr>
          <p:cNvPr id="38" name="表格 37"/>
          <p:cNvGraphicFramePr>
            <a:graphicFrameLocks noGrp="1"/>
          </p:cNvGraphicFramePr>
          <p:nvPr>
            <p:extLst>
              <p:ext uri="{D42A27DB-BD31-4B8C-83A1-F6EECF244321}">
                <p14:modId xmlns:p14="http://schemas.microsoft.com/office/powerpoint/2010/main" val="3798853314"/>
              </p:ext>
            </p:extLst>
          </p:nvPr>
        </p:nvGraphicFramePr>
        <p:xfrm>
          <a:off x="222921" y="1212110"/>
          <a:ext cx="11823769" cy="5563159"/>
        </p:xfrm>
        <a:graphic>
          <a:graphicData uri="http://schemas.openxmlformats.org/drawingml/2006/table">
            <a:tbl>
              <a:tblPr/>
              <a:tblGrid>
                <a:gridCol w="664156">
                  <a:extLst>
                    <a:ext uri="{9D8B030D-6E8A-4147-A177-3AD203B41FA5}">
                      <a16:colId xmlns="" xmlns:a16="http://schemas.microsoft.com/office/drawing/2014/main" val="20000"/>
                    </a:ext>
                  </a:extLst>
                </a:gridCol>
                <a:gridCol w="1446820">
                  <a:extLst>
                    <a:ext uri="{9D8B030D-6E8A-4147-A177-3AD203B41FA5}">
                      <a16:colId xmlns="" xmlns:a16="http://schemas.microsoft.com/office/drawing/2014/main" val="20001"/>
                    </a:ext>
                  </a:extLst>
                </a:gridCol>
                <a:gridCol w="6052457">
                  <a:extLst>
                    <a:ext uri="{9D8B030D-6E8A-4147-A177-3AD203B41FA5}">
                      <a16:colId xmlns="" xmlns:a16="http://schemas.microsoft.com/office/drawing/2014/main" val="20002"/>
                    </a:ext>
                  </a:extLst>
                </a:gridCol>
                <a:gridCol w="1881052">
                  <a:extLst>
                    <a:ext uri="{9D8B030D-6E8A-4147-A177-3AD203B41FA5}">
                      <a16:colId xmlns="" xmlns:a16="http://schemas.microsoft.com/office/drawing/2014/main" val="20003"/>
                    </a:ext>
                  </a:extLst>
                </a:gridCol>
                <a:gridCol w="1779284"/>
              </a:tblGrid>
              <a:tr h="628518">
                <a:tc>
                  <a:txBody>
                    <a:bodyPr/>
                    <a:lstStyle/>
                    <a:p>
                      <a:pPr algn="ctr" fontAlgn="ctr"/>
                      <a:r>
                        <a:rPr lang="zh-CN" altLang="en-US" sz="1400" b="1" i="0" u="none" strike="noStrike" dirty="0" smtClean="0">
                          <a:solidFill>
                            <a:srgbClr val="FFFFFF"/>
                          </a:solidFill>
                          <a:effectLst/>
                          <a:latin typeface="+mj-lt"/>
                          <a:ea typeface="+mj-ea"/>
                        </a:rPr>
                        <a:t>序号</a:t>
                      </a:r>
                      <a:endParaRPr lang="en-US" altLang="zh-CN" sz="1400" b="1" i="0" u="none" strike="noStrike" dirty="0" smtClean="0">
                        <a:solidFill>
                          <a:srgbClr val="FFFFFF"/>
                        </a:solidFill>
                        <a:effectLst/>
                        <a:latin typeface="+mj-lt"/>
                        <a:ea typeface="+mj-ea"/>
                      </a:endParaRPr>
                    </a:p>
                    <a:p>
                      <a:pPr algn="ctr" fontAlgn="ctr"/>
                      <a:r>
                        <a:rPr lang="en-US" altLang="zh-CN" sz="1400" b="1" i="0" u="none" strike="noStrike" dirty="0" smtClean="0">
                          <a:solidFill>
                            <a:srgbClr val="FFFFFF"/>
                          </a:solidFill>
                          <a:effectLst/>
                          <a:latin typeface="+mj-lt"/>
                          <a:ea typeface="+mj-ea"/>
                        </a:rPr>
                        <a:t>No.</a:t>
                      </a:r>
                      <a:endParaRPr lang="zh-CN" altLang="en-US" sz="1400" b="1" i="0" u="none" strike="noStrike" dirty="0">
                        <a:solidFill>
                          <a:srgbClr val="FFFFFF"/>
                        </a:solidFill>
                        <a:effectLst/>
                        <a:latin typeface="+mj-lt"/>
                        <a:ea typeface="+mj-ea"/>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lumMod val="50000"/>
                      </a:schemeClr>
                    </a:solidFill>
                  </a:tcPr>
                </a:tc>
                <a:tc>
                  <a:txBody>
                    <a:bodyPr/>
                    <a:lstStyle/>
                    <a:p>
                      <a:pPr marL="0" algn="ctr" defTabSz="914354" rtl="0" eaLnBrk="1" fontAlgn="ctr" latinLnBrk="0" hangingPunct="1"/>
                      <a:r>
                        <a:rPr lang="zh-CN" altLang="en-US" sz="1400" b="1" i="0" u="none" strike="noStrike" kern="1200" dirty="0" smtClean="0">
                          <a:solidFill>
                            <a:srgbClr val="FFFFFF"/>
                          </a:solidFill>
                          <a:effectLst/>
                          <a:latin typeface="+mj-lt"/>
                          <a:ea typeface="+mj-ea"/>
                          <a:cs typeface="+mn-cs"/>
                        </a:rPr>
                        <a:t>类别</a:t>
                      </a:r>
                      <a:endParaRPr lang="en-US" altLang="zh-CN" sz="1400" b="1" i="0" u="none" strike="noStrike" kern="1200" dirty="0" smtClean="0">
                        <a:solidFill>
                          <a:srgbClr val="FFFFFF"/>
                        </a:solidFill>
                        <a:effectLst/>
                        <a:latin typeface="+mj-lt"/>
                        <a:ea typeface="+mj-ea"/>
                        <a:cs typeface="+mn-cs"/>
                      </a:endParaRPr>
                    </a:p>
                    <a:p>
                      <a:pPr marL="0" algn="ctr" defTabSz="914354" rtl="0" eaLnBrk="1" fontAlgn="ctr" latinLnBrk="0" hangingPunct="1"/>
                      <a:r>
                        <a:rPr lang="en-US" altLang="zh-CN" sz="1400" b="1" i="0" u="none" strike="noStrike" kern="1200" dirty="0" smtClean="0">
                          <a:solidFill>
                            <a:srgbClr val="FFFFFF"/>
                          </a:solidFill>
                          <a:effectLst/>
                          <a:latin typeface="+mj-lt"/>
                          <a:ea typeface="+mj-ea"/>
                          <a:cs typeface="+mn-cs"/>
                        </a:rPr>
                        <a:t>Category</a:t>
                      </a:r>
                      <a:endParaRPr lang="zh-CN" altLang="en-US" sz="1400" b="1" i="0" u="none" strike="noStrike" kern="1200" dirty="0">
                        <a:solidFill>
                          <a:srgbClr val="FFFFFF"/>
                        </a:solidFill>
                        <a:effectLst/>
                        <a:latin typeface="+mj-lt"/>
                        <a:ea typeface="+mj-ea"/>
                        <a:cs typeface="+mn-cs"/>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lumMod val="50000"/>
                      </a:schemeClr>
                    </a:solidFill>
                  </a:tcPr>
                </a:tc>
                <a:tc>
                  <a:txBody>
                    <a:bodyPr/>
                    <a:lstStyle/>
                    <a:p>
                      <a:pPr algn="ctr" rtl="0" fontAlgn="ctr"/>
                      <a:r>
                        <a:rPr lang="zh-CN" altLang="en-US" sz="1400" b="1" i="0" u="none" strike="noStrike" dirty="0" smtClean="0">
                          <a:solidFill>
                            <a:srgbClr val="FFFFFF"/>
                          </a:solidFill>
                          <a:effectLst/>
                          <a:latin typeface="+mj-lt"/>
                          <a:ea typeface="+mj-ea"/>
                        </a:rPr>
                        <a:t>范围内</a:t>
                      </a:r>
                      <a:endParaRPr lang="en-US" altLang="zh-CN" sz="1400" b="1" i="0" u="none" strike="noStrike" dirty="0" smtClean="0">
                        <a:solidFill>
                          <a:srgbClr val="FFFFFF"/>
                        </a:solidFill>
                        <a:effectLst/>
                        <a:latin typeface="+mj-lt"/>
                        <a:ea typeface="+mj-ea"/>
                      </a:endParaRPr>
                    </a:p>
                    <a:p>
                      <a:pPr algn="ctr" rtl="0" fontAlgn="ctr"/>
                      <a:r>
                        <a:rPr lang="en-US" altLang="zh-CN" sz="1400" b="1" i="0" u="none" strike="noStrike" dirty="0" smtClean="0">
                          <a:solidFill>
                            <a:srgbClr val="FFFFFF"/>
                          </a:solidFill>
                          <a:effectLst/>
                          <a:latin typeface="+mj-lt"/>
                          <a:ea typeface="+mj-ea"/>
                        </a:rPr>
                        <a:t>Scope-in</a:t>
                      </a:r>
                      <a:endParaRPr lang="zh-CN" altLang="en-US" sz="1400" b="1" i="0" u="none" strike="noStrike" dirty="0">
                        <a:solidFill>
                          <a:srgbClr val="FFFFFF"/>
                        </a:solidFill>
                        <a:effectLst/>
                        <a:latin typeface="+mj-lt"/>
                        <a:ea typeface="+mj-ea"/>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B050"/>
                    </a:solidFill>
                  </a:tcPr>
                </a:tc>
                <a:tc>
                  <a:txBody>
                    <a:bodyPr/>
                    <a:lstStyle/>
                    <a:p>
                      <a:pPr algn="ctr" rtl="0" fontAlgn="ctr"/>
                      <a:r>
                        <a:rPr lang="zh-CN" altLang="en-US" sz="1400" b="1" i="0" u="none" strike="noStrike" dirty="0" smtClean="0">
                          <a:solidFill>
                            <a:srgbClr val="FFFFFF"/>
                          </a:solidFill>
                          <a:effectLst/>
                          <a:latin typeface="+mj-lt"/>
                          <a:ea typeface="+mj-ea"/>
                        </a:rPr>
                        <a:t>范围外</a:t>
                      </a:r>
                      <a:endParaRPr lang="en-US" altLang="zh-CN" sz="1400" b="1" i="0" u="none" strike="noStrike" dirty="0" smtClean="0">
                        <a:solidFill>
                          <a:srgbClr val="FFFFFF"/>
                        </a:solidFill>
                        <a:effectLst/>
                        <a:latin typeface="+mj-lt"/>
                        <a:ea typeface="+mj-ea"/>
                      </a:endParaRPr>
                    </a:p>
                    <a:p>
                      <a:pPr algn="ctr" rtl="0" fontAlgn="ctr"/>
                      <a:r>
                        <a:rPr lang="en-US" altLang="zh-CN" sz="1400" b="1" i="0" u="none" strike="noStrike" dirty="0" smtClean="0">
                          <a:solidFill>
                            <a:srgbClr val="FFFFFF"/>
                          </a:solidFill>
                          <a:effectLst/>
                          <a:latin typeface="+mj-lt"/>
                          <a:ea typeface="+mj-ea"/>
                        </a:rPr>
                        <a:t>Scope-out</a:t>
                      </a:r>
                      <a:endParaRPr lang="zh-CN" altLang="en-US" sz="1400" b="1" i="0" u="none" strike="noStrike" dirty="0">
                        <a:solidFill>
                          <a:srgbClr val="FFFFFF"/>
                        </a:solidFill>
                        <a:effectLst/>
                        <a:latin typeface="+mj-lt"/>
                        <a:ea typeface="+mj-ea"/>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0000"/>
                    </a:solidFill>
                  </a:tcPr>
                </a:tc>
                <a:tc>
                  <a:txBody>
                    <a:bodyPr/>
                    <a:lstStyle/>
                    <a:p>
                      <a:pPr algn="ctr" rtl="0" fontAlgn="ctr"/>
                      <a:r>
                        <a:rPr lang="zh-CN" altLang="en-US" sz="1400" b="1" i="0" u="none" strike="noStrike" dirty="0" smtClean="0">
                          <a:solidFill>
                            <a:srgbClr val="FFFFFF"/>
                          </a:solidFill>
                          <a:effectLst/>
                          <a:latin typeface="+mj-lt"/>
                          <a:ea typeface="+mj-ea"/>
                        </a:rPr>
                        <a:t>备注</a:t>
                      </a:r>
                      <a:endParaRPr lang="en-US" altLang="zh-CN" sz="1400" b="1" i="0" u="none" strike="noStrike" dirty="0" smtClean="0">
                        <a:solidFill>
                          <a:srgbClr val="FFFFFF"/>
                        </a:solidFill>
                        <a:effectLst/>
                        <a:latin typeface="+mj-lt"/>
                        <a:ea typeface="+mj-ea"/>
                      </a:endParaRPr>
                    </a:p>
                    <a:p>
                      <a:pPr algn="ctr" rtl="0" fontAlgn="ctr"/>
                      <a:r>
                        <a:rPr lang="en-US" altLang="zh-CN" sz="1400" b="1" i="0" u="none" strike="noStrike" dirty="0" smtClean="0">
                          <a:solidFill>
                            <a:srgbClr val="FFFFFF"/>
                          </a:solidFill>
                          <a:effectLst/>
                          <a:latin typeface="+mj-lt"/>
                          <a:ea typeface="+mj-ea"/>
                        </a:rPr>
                        <a:t>Remark</a:t>
                      </a:r>
                      <a:endParaRPr lang="zh-CN" altLang="en-US" sz="1400" b="1" i="0" u="none" strike="noStrike" dirty="0">
                        <a:solidFill>
                          <a:srgbClr val="FFFFFF"/>
                        </a:solidFill>
                        <a:effectLst/>
                        <a:latin typeface="+mj-lt"/>
                        <a:ea typeface="+mj-ea"/>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lumMod val="50000"/>
                      </a:schemeClr>
                    </a:solidFill>
                  </a:tcPr>
                </a:tc>
                <a:extLst>
                  <a:ext uri="{0D108BD9-81ED-4DB2-BD59-A6C34878D82A}">
                    <a16:rowId xmlns="" xmlns:a16="http://schemas.microsoft.com/office/drawing/2014/main" val="10000"/>
                  </a:ext>
                </a:extLst>
              </a:tr>
              <a:tr h="1451212">
                <a:tc>
                  <a:txBody>
                    <a:bodyPr/>
                    <a:lstStyle/>
                    <a:p>
                      <a:pPr algn="ctr" fontAlgn="ctr"/>
                      <a:r>
                        <a:rPr lang="en-US" altLang="zh-CN" sz="1800" b="1" i="0" u="none" strike="noStrike" dirty="0" smtClean="0">
                          <a:solidFill>
                            <a:schemeClr val="tx1"/>
                          </a:solidFill>
                          <a:effectLst/>
                          <a:latin typeface="+mj-lt"/>
                          <a:ea typeface="+mj-ea"/>
                        </a:rPr>
                        <a:t>1</a:t>
                      </a:r>
                      <a:endParaRPr lang="zh-CN" altLang="en-US" sz="1800" b="1" i="0" u="none" strike="noStrike" dirty="0">
                        <a:solidFill>
                          <a:schemeClr val="tx1"/>
                        </a:solidFill>
                        <a:effectLst/>
                        <a:latin typeface="+mj-lt"/>
                        <a:ea typeface="+mj-ea"/>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indent="0" algn="ctr" defTabSz="914354" rtl="0" eaLnBrk="1" fontAlgn="ctr" latinLnBrk="0" hangingPunct="1">
                        <a:lnSpc>
                          <a:spcPct val="100000"/>
                        </a:lnSpc>
                        <a:spcBef>
                          <a:spcPts val="0"/>
                        </a:spcBef>
                        <a:spcAft>
                          <a:spcPts val="0"/>
                        </a:spcAft>
                        <a:buClrTx/>
                        <a:buSzTx/>
                        <a:buFontTx/>
                        <a:buNone/>
                        <a:tabLst/>
                        <a:defRPr/>
                      </a:pPr>
                      <a:r>
                        <a:rPr lang="zh-CN" altLang="en-US" sz="1400" b="1" i="0" u="none" strike="noStrike" kern="1200" baseline="0" dirty="0" smtClean="0">
                          <a:solidFill>
                            <a:schemeClr val="tx1"/>
                          </a:solidFill>
                          <a:effectLst/>
                          <a:latin typeface="+mj-lt"/>
                          <a:ea typeface="+mn-ea"/>
                          <a:cs typeface="+mn-cs"/>
                        </a:rPr>
                        <a:t>系统系统</a:t>
                      </a:r>
                      <a:r>
                        <a:rPr lang="en-US" altLang="zh-CN" sz="1400" b="1" i="0" u="none" strike="noStrike" kern="1200" baseline="0" dirty="0" smtClean="0">
                          <a:solidFill>
                            <a:schemeClr val="tx1"/>
                          </a:solidFill>
                          <a:effectLst/>
                          <a:latin typeface="+mj-lt"/>
                          <a:ea typeface="+mn-ea"/>
                          <a:cs typeface="+mn-cs"/>
                        </a:rPr>
                        <a:t>System</a:t>
                      </a: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altLang="zh-CN" sz="1200" b="0" i="0" u="none" strike="noStrike" baseline="0" dirty="0" smtClean="0">
                          <a:solidFill>
                            <a:schemeClr val="tx1"/>
                          </a:solidFill>
                          <a:effectLst/>
                          <a:latin typeface="+mj-lt"/>
                          <a:ea typeface="+mj-ea"/>
                        </a:rPr>
                        <a:t> </a:t>
                      </a:r>
                      <a:r>
                        <a:rPr lang="en-US" altLang="zh-CN" sz="1200" b="0" i="0" u="none" strike="noStrike" baseline="0" dirty="0" smtClean="0">
                          <a:solidFill>
                            <a:schemeClr val="tx1"/>
                          </a:solidFill>
                          <a:effectLst/>
                          <a:latin typeface="+mj-lt"/>
                          <a:ea typeface="+mj-ea"/>
                        </a:rPr>
                        <a:t>1. </a:t>
                      </a:r>
                      <a:r>
                        <a:rPr lang="en-GB" sz="1200" dirty="0" smtClean="0"/>
                        <a:t>The Cutting Material Management System aims to enhance material tracking and availability across production lines. The system will enable monitoring of material status for each PO</a:t>
                      </a:r>
                      <a:r>
                        <a:rPr lang="en-GB" sz="1200" baseline="0" dirty="0" smtClean="0"/>
                        <a:t> </a:t>
                      </a:r>
                      <a:r>
                        <a:rPr lang="en-GB" sz="1200" dirty="0" smtClean="0"/>
                        <a:t>, helping to proactively identify and address potential shortages. By predicting material unstock situations, the solution will reduce line stoppages and improve overall production efficiency. Additionally, the system will be integrated with MES to trigger automatic email alerts for rescheduling, ensuring timely communication and smoother operational flow.  </a:t>
                      </a:r>
                      <a:endParaRPr lang="en-IN" sz="1200" dirty="0"/>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3F3D1"/>
                    </a:solidFill>
                  </a:tcPr>
                </a:tc>
                <a:tc>
                  <a:txBody>
                    <a:bodyPr/>
                    <a:lstStyle/>
                    <a:p>
                      <a:pPr algn="l" rtl="0" fontAlgn="ctr"/>
                      <a:r>
                        <a:rPr lang="en-US" altLang="zh-CN" sz="1400" b="0" i="0" u="none" strike="noStrike" kern="1200" baseline="0" dirty="0" smtClean="0">
                          <a:solidFill>
                            <a:schemeClr val="tx1"/>
                          </a:solidFill>
                          <a:effectLst/>
                          <a:latin typeface="+mj-lt"/>
                          <a:ea typeface="+mn-ea"/>
                          <a:cs typeface="+mn-cs"/>
                        </a:rPr>
                        <a:t>                       -</a:t>
                      </a: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lumMod val="20000"/>
                        <a:lumOff val="80000"/>
                      </a:schemeClr>
                    </a:solidFill>
                  </a:tcPr>
                </a:tc>
                <a:tc>
                  <a:txBody>
                    <a:bodyPr/>
                    <a:lstStyle/>
                    <a:p>
                      <a:pPr algn="l" rtl="0" fontAlgn="ctr"/>
                      <a:endParaRPr lang="en-US" altLang="zh-CN" sz="1400" b="0" i="0" u="none" strike="noStrike" kern="1200" baseline="0" dirty="0" smtClean="0">
                        <a:solidFill>
                          <a:schemeClr val="tx1"/>
                        </a:solidFill>
                        <a:effectLst/>
                        <a:latin typeface="+mj-lt"/>
                        <a:ea typeface="+mn-ea"/>
                        <a:cs typeface="+mn-cs"/>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r>
              <a:tr h="1698172">
                <a:tc>
                  <a:txBody>
                    <a:bodyPr/>
                    <a:lstStyle/>
                    <a:p>
                      <a:pPr algn="ctr" fontAlgn="ctr"/>
                      <a:r>
                        <a:rPr lang="en-US" altLang="zh-CN" sz="1800" b="1" i="0" u="none" strike="noStrike" dirty="0" smtClean="0">
                          <a:solidFill>
                            <a:schemeClr val="tx1"/>
                          </a:solidFill>
                          <a:effectLst/>
                          <a:latin typeface="+mj-lt"/>
                          <a:ea typeface="+mj-ea"/>
                        </a:rPr>
                        <a:t>2</a:t>
                      </a:r>
                      <a:endParaRPr lang="zh-CN" altLang="en-US" sz="1800" b="1" i="0" u="none" strike="noStrike" dirty="0">
                        <a:solidFill>
                          <a:schemeClr val="tx1"/>
                        </a:solidFill>
                        <a:effectLst/>
                        <a:latin typeface="+mj-lt"/>
                        <a:ea typeface="+mj-ea"/>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indent="0" algn="ctr" defTabSz="914354" rtl="0" eaLnBrk="1" fontAlgn="ctr" latinLnBrk="0" hangingPunct="1">
                        <a:lnSpc>
                          <a:spcPct val="100000"/>
                        </a:lnSpc>
                        <a:spcBef>
                          <a:spcPts val="0"/>
                        </a:spcBef>
                        <a:spcAft>
                          <a:spcPts val="0"/>
                        </a:spcAft>
                        <a:buClrTx/>
                        <a:buSzTx/>
                        <a:buFontTx/>
                        <a:buNone/>
                        <a:tabLst/>
                        <a:defRPr/>
                      </a:pPr>
                      <a:r>
                        <a:rPr lang="zh-CN" altLang="en-US" sz="1400" b="1" i="0" kern="1200" dirty="0" smtClean="0">
                          <a:solidFill>
                            <a:schemeClr val="tx1"/>
                          </a:solidFill>
                          <a:effectLst/>
                          <a:latin typeface="+mj-lt"/>
                          <a:ea typeface="+mn-ea"/>
                          <a:cs typeface="+mn-cs"/>
                        </a:rPr>
                        <a:t>平台 </a:t>
                      </a:r>
                      <a:r>
                        <a:rPr lang="en-US" altLang="zh-CN" sz="1400" b="1" i="0" kern="1200" dirty="0" smtClean="0">
                          <a:solidFill>
                            <a:schemeClr val="tx1"/>
                          </a:solidFill>
                          <a:effectLst/>
                          <a:latin typeface="+mj-lt"/>
                          <a:ea typeface="+mn-ea"/>
                          <a:cs typeface="+mn-cs"/>
                        </a:rPr>
                        <a:t>Platform</a:t>
                      </a:r>
                      <a:endParaRPr lang="en-US" altLang="zh-CN" sz="1200" b="1" i="0" u="none" strike="noStrike" kern="1200" baseline="0" dirty="0">
                        <a:solidFill>
                          <a:schemeClr val="tx1"/>
                        </a:solidFill>
                        <a:effectLst/>
                        <a:latin typeface="+mj-lt"/>
                        <a:ea typeface="+mn-ea"/>
                        <a:cs typeface="+mn-cs"/>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rtl="0" fontAlgn="ctr"/>
                      <a:r>
                        <a:rPr lang="en-US" altLang="zh-CN" sz="1400" b="0" i="0" u="none" strike="noStrike" baseline="0" dirty="0" smtClean="0">
                          <a:solidFill>
                            <a:schemeClr val="tx1"/>
                          </a:solidFill>
                          <a:effectLst/>
                          <a:latin typeface="+mj-lt"/>
                          <a:ea typeface="+mj-ea"/>
                        </a:rPr>
                        <a:t> MES (customized function)</a:t>
                      </a: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3F3D1"/>
                    </a:solidFill>
                  </a:tcPr>
                </a:tc>
                <a:tc>
                  <a:txBody>
                    <a:bodyPr/>
                    <a:lstStyle/>
                    <a:p>
                      <a:pPr algn="ctr" rtl="0" fontAlgn="ctr"/>
                      <a:r>
                        <a:rPr lang="en-US" altLang="zh-CN" sz="1400" b="0" i="0" u="none" strike="noStrike" kern="1200" baseline="0" dirty="0" smtClean="0">
                          <a:solidFill>
                            <a:schemeClr val="tx1"/>
                          </a:solidFill>
                          <a:effectLst/>
                          <a:latin typeface="+mj-lt"/>
                          <a:ea typeface="+mn-ea"/>
                          <a:cs typeface="+mn-cs"/>
                        </a:rPr>
                        <a:t> MES</a:t>
                      </a: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lumMod val="20000"/>
                        <a:lumOff val="80000"/>
                      </a:schemeClr>
                    </a:solidFill>
                  </a:tcPr>
                </a:tc>
                <a:tc>
                  <a:txBody>
                    <a:bodyPr/>
                    <a:lstStyle/>
                    <a:p>
                      <a:pPr algn="l" rtl="0" fontAlgn="ctr"/>
                      <a:endParaRPr lang="en-US" altLang="zh-CN" sz="1400" b="0" i="0" u="none" strike="noStrike" kern="1200" baseline="0" dirty="0" smtClean="0">
                        <a:solidFill>
                          <a:schemeClr val="tx1"/>
                        </a:solidFill>
                        <a:effectLst/>
                        <a:latin typeface="+mj-lt"/>
                        <a:ea typeface="+mn-ea"/>
                        <a:cs typeface="+mn-cs"/>
                      </a:endParaRPr>
                    </a:p>
                    <a:p>
                      <a:pPr algn="l" rtl="0" fontAlgn="ctr"/>
                      <a:endParaRPr lang="en-US" altLang="zh-CN" sz="1400" b="0" i="0" u="none" strike="noStrike" kern="1200" baseline="0" dirty="0" smtClean="0">
                        <a:solidFill>
                          <a:schemeClr val="tx1"/>
                        </a:solidFill>
                        <a:effectLst/>
                        <a:latin typeface="+mj-lt"/>
                        <a:ea typeface="+mn-ea"/>
                        <a:cs typeface="+mn-cs"/>
                      </a:endParaRPr>
                    </a:p>
                    <a:p>
                      <a:pPr algn="l" rtl="0" fontAlgn="ctr"/>
                      <a:endParaRPr lang="en-US" altLang="zh-CN" sz="1400" b="0" i="0" u="none" strike="noStrike" kern="1200" baseline="0" dirty="0" smtClean="0">
                        <a:solidFill>
                          <a:schemeClr val="tx1"/>
                        </a:solidFill>
                        <a:effectLst/>
                        <a:latin typeface="+mj-lt"/>
                        <a:ea typeface="+mn-ea"/>
                        <a:cs typeface="+mn-cs"/>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r>
              <a:tr h="1785257">
                <a:tc>
                  <a:txBody>
                    <a:bodyPr/>
                    <a:lstStyle/>
                    <a:p>
                      <a:pPr algn="ctr" fontAlgn="ctr"/>
                      <a:r>
                        <a:rPr lang="en-US" altLang="zh-CN" sz="1800" b="1" i="0" u="none" strike="noStrike" dirty="0" smtClean="0">
                          <a:solidFill>
                            <a:schemeClr val="tx1"/>
                          </a:solidFill>
                          <a:effectLst/>
                          <a:latin typeface="+mj-lt"/>
                          <a:ea typeface="+mj-ea"/>
                        </a:rPr>
                        <a:t>3</a:t>
                      </a:r>
                      <a:endParaRPr lang="zh-CN" altLang="en-US" sz="1800" b="1" i="0" u="none" strike="noStrike" dirty="0">
                        <a:solidFill>
                          <a:schemeClr val="tx1"/>
                        </a:solidFill>
                        <a:effectLst/>
                        <a:latin typeface="+mj-lt"/>
                        <a:ea typeface="+mj-ea"/>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indent="0" algn="ctr" defTabSz="914354" rtl="0" eaLnBrk="1" fontAlgn="ctr" latinLnBrk="0" hangingPunct="1">
                        <a:lnSpc>
                          <a:spcPct val="100000"/>
                        </a:lnSpc>
                        <a:spcBef>
                          <a:spcPts val="0"/>
                        </a:spcBef>
                        <a:spcAft>
                          <a:spcPts val="0"/>
                        </a:spcAft>
                        <a:buClrTx/>
                        <a:buSzTx/>
                        <a:buFontTx/>
                        <a:buNone/>
                        <a:tabLst/>
                        <a:defRPr/>
                      </a:pPr>
                      <a:r>
                        <a:rPr lang="zh-CN" altLang="en-US" sz="1400" b="1" i="0" kern="1200" dirty="0" smtClean="0">
                          <a:solidFill>
                            <a:schemeClr val="tx1"/>
                          </a:solidFill>
                          <a:effectLst/>
                          <a:latin typeface="+mj-lt"/>
                          <a:ea typeface="+mn-ea"/>
                          <a:cs typeface="+mn-cs"/>
                        </a:rPr>
                        <a:t>区域 </a:t>
                      </a:r>
                      <a:r>
                        <a:rPr lang="en-US" altLang="zh-CN" sz="1400" b="1" i="0" kern="1200" dirty="0" smtClean="0">
                          <a:solidFill>
                            <a:schemeClr val="tx1"/>
                          </a:solidFill>
                          <a:effectLst/>
                          <a:latin typeface="+mj-lt"/>
                          <a:ea typeface="+mn-ea"/>
                          <a:cs typeface="+mn-cs"/>
                        </a:rPr>
                        <a:t>Region</a:t>
                      </a:r>
                      <a:endParaRPr lang="en-US" altLang="zh-CN" sz="1200" b="1" i="0" u="none" strike="noStrike" kern="1200" baseline="0" dirty="0" smtClean="0">
                        <a:solidFill>
                          <a:schemeClr val="tx1"/>
                        </a:solidFill>
                        <a:effectLst/>
                        <a:latin typeface="+mj-lt"/>
                        <a:ea typeface="+mn-ea"/>
                        <a:cs typeface="+mn-cs"/>
                      </a:endParaRPr>
                    </a:p>
                    <a:p>
                      <a:pPr marL="0" marR="0" indent="0" algn="ctr" defTabSz="914354" rtl="0" eaLnBrk="1" fontAlgn="ctr" latinLnBrk="0" hangingPunct="1">
                        <a:lnSpc>
                          <a:spcPct val="100000"/>
                        </a:lnSpc>
                        <a:spcBef>
                          <a:spcPts val="0"/>
                        </a:spcBef>
                        <a:spcAft>
                          <a:spcPts val="0"/>
                        </a:spcAft>
                        <a:buClrTx/>
                        <a:buSzTx/>
                        <a:buFontTx/>
                        <a:buNone/>
                        <a:tabLst/>
                        <a:defRPr/>
                      </a:pPr>
                      <a:endParaRPr lang="en-US" altLang="zh-CN" sz="1400" b="1" i="0" u="none" strike="noStrike" kern="1200" baseline="0" dirty="0" smtClean="0">
                        <a:solidFill>
                          <a:schemeClr val="tx1"/>
                        </a:solidFill>
                        <a:effectLst/>
                        <a:latin typeface="+mj-lt"/>
                        <a:ea typeface="+mj-ea"/>
                        <a:cs typeface="+mn-cs"/>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rtl="0" fontAlgn="ctr"/>
                      <a:r>
                        <a:rPr lang="en-US" altLang="zh-CN" sz="1400" b="0" i="0" u="none" strike="noStrike" baseline="0" dirty="0" smtClean="0">
                          <a:solidFill>
                            <a:schemeClr val="tx1"/>
                          </a:solidFill>
                          <a:effectLst/>
                          <a:latin typeface="+mj-lt"/>
                          <a:ea typeface="+mj-ea"/>
                        </a:rPr>
                        <a:t>APC </a:t>
                      </a: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3F3D1"/>
                    </a:solidFill>
                  </a:tcPr>
                </a:tc>
                <a:tc>
                  <a:txBody>
                    <a:bodyPr/>
                    <a:lstStyle/>
                    <a:p>
                      <a:pPr algn="ctr" rtl="0" fontAlgn="ctr"/>
                      <a:r>
                        <a:rPr lang="en-US" altLang="zh-CN" sz="1400" b="0" i="0" u="none" strike="noStrike" kern="1200" baseline="0" dirty="0" smtClean="0">
                          <a:solidFill>
                            <a:schemeClr val="tx1"/>
                          </a:solidFill>
                          <a:effectLst/>
                          <a:latin typeface="+mj-lt"/>
                          <a:ea typeface="+mn-ea"/>
                          <a:cs typeface="+mn-cs"/>
                        </a:rPr>
                        <a:t>-</a:t>
                      </a: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lumMod val="20000"/>
                        <a:lumOff val="80000"/>
                      </a:schemeClr>
                    </a:solidFill>
                  </a:tcPr>
                </a:tc>
                <a:tc>
                  <a:txBody>
                    <a:bodyPr/>
                    <a:lstStyle/>
                    <a:p>
                      <a:pPr algn="l" rtl="0" fontAlgn="ctr"/>
                      <a:endParaRPr lang="en-US" altLang="zh-CN" sz="1400" b="0" i="0" u="none" strike="noStrike" kern="1200" baseline="0" dirty="0" smtClean="0">
                        <a:solidFill>
                          <a:schemeClr val="tx1"/>
                        </a:solidFill>
                        <a:effectLst/>
                        <a:latin typeface="+mj-lt"/>
                        <a:ea typeface="+mn-ea"/>
                        <a:cs typeface="+mn-cs"/>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r>
            </a:tbl>
          </a:graphicData>
        </a:graphic>
      </p:graphicFrame>
    </p:spTree>
    <p:extLst>
      <p:ext uri="{BB962C8B-B14F-4D97-AF65-F5344CB8AC3E}">
        <p14:creationId xmlns:p14="http://schemas.microsoft.com/office/powerpoint/2010/main" val="12351720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组合 52"/>
          <p:cNvGrpSpPr/>
          <p:nvPr/>
        </p:nvGrpSpPr>
        <p:grpSpPr>
          <a:xfrm>
            <a:off x="10565394" y="72395"/>
            <a:ext cx="1453034" cy="704850"/>
            <a:chOff x="10067453" y="63342"/>
            <a:chExt cx="1453034" cy="704850"/>
          </a:xfrm>
        </p:grpSpPr>
        <p:sp>
          <p:nvSpPr>
            <p:cNvPr id="54" name="矩形 53"/>
            <p:cNvSpPr/>
            <p:nvPr/>
          </p:nvSpPr>
          <p:spPr>
            <a:xfrm>
              <a:off x="10067453" y="63342"/>
              <a:ext cx="1453034" cy="704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lt"/>
              </a:endParaRPr>
            </a:p>
          </p:txBody>
        </p:sp>
        <p:pic>
          <p:nvPicPr>
            <p:cNvPr id="55" name="图片 5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7377" y="187665"/>
              <a:ext cx="456204" cy="456204"/>
            </a:xfrm>
            <a:prstGeom prst="rect">
              <a:avLst/>
            </a:prstGeom>
          </p:spPr>
        </p:pic>
        <p:pic>
          <p:nvPicPr>
            <p:cNvPr id="56" name="图片 5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67521" y="63342"/>
              <a:ext cx="742950" cy="704850"/>
            </a:xfrm>
            <a:prstGeom prst="rect">
              <a:avLst/>
            </a:prstGeom>
          </p:spPr>
        </p:pic>
      </p:grpSp>
      <p:sp>
        <p:nvSpPr>
          <p:cNvPr id="39" name="Rectangle 33">
            <a:extLst>
              <a:ext uri="{FF2B5EF4-FFF2-40B4-BE49-F238E27FC236}">
                <a16:creationId xmlns="" xmlns:a16="http://schemas.microsoft.com/office/drawing/2014/main" id="{5E94D539-D92D-4D74-90AA-DF9239A07DE4}"/>
              </a:ext>
            </a:extLst>
          </p:cNvPr>
          <p:cNvSpPr>
            <a:spLocks noChangeArrowheads="1"/>
          </p:cNvSpPr>
          <p:nvPr/>
        </p:nvSpPr>
        <p:spPr bwMode="auto">
          <a:xfrm>
            <a:off x="74429" y="859734"/>
            <a:ext cx="12062704" cy="5849410"/>
          </a:xfrm>
          <a:prstGeom prst="rect">
            <a:avLst/>
          </a:prstGeom>
          <a:noFill/>
          <a:ln w="19050" algn="ctr">
            <a:solidFill>
              <a:srgbClr val="0070C0"/>
            </a:solidFill>
            <a:prstDash val="sysDash"/>
            <a:miter lim="800000"/>
            <a:headEnd/>
            <a:tailEnd/>
          </a:ln>
          <a:extLst>
            <a:ext uri="{909E8E84-426E-40DD-AFC4-6F175D3DCCD1}">
              <a14:hiddenFill xmlns:a14="http://schemas.microsoft.com/office/drawing/2010/main">
                <a:solidFill>
                  <a:srgbClr val="FFFFFF"/>
                </a:solidFill>
              </a14:hiddenFill>
            </a:ext>
          </a:extLst>
        </p:spPr>
        <p:txBody>
          <a:bodyPr anchor="ctr">
            <a:noAutofit/>
          </a:bodyPr>
          <a:lstStyle>
            <a:lvl1pPr>
              <a:defRPr sz="1400">
                <a:solidFill>
                  <a:schemeClr val="tx1"/>
                </a:solidFill>
                <a:latin typeface="Arial" charset="0"/>
                <a:ea typeface="MS PGothic" pitchFamily="34" charset="-128"/>
              </a:defRPr>
            </a:lvl1pPr>
            <a:lvl2pPr marL="742950" indent="-285750">
              <a:defRPr sz="1400">
                <a:solidFill>
                  <a:schemeClr val="tx1"/>
                </a:solidFill>
                <a:latin typeface="Arial" charset="0"/>
                <a:ea typeface="MS PGothic" pitchFamily="34" charset="-128"/>
              </a:defRPr>
            </a:lvl2pPr>
            <a:lvl3pPr marL="1143000" indent="-228600">
              <a:defRPr sz="1400">
                <a:solidFill>
                  <a:schemeClr val="tx1"/>
                </a:solidFill>
                <a:latin typeface="Arial" charset="0"/>
                <a:ea typeface="MS PGothic" pitchFamily="34" charset="-128"/>
              </a:defRPr>
            </a:lvl3pPr>
            <a:lvl4pPr marL="1600200" indent="-228600">
              <a:defRPr sz="1400">
                <a:solidFill>
                  <a:schemeClr val="tx1"/>
                </a:solidFill>
                <a:latin typeface="Arial" charset="0"/>
                <a:ea typeface="MS PGothic" pitchFamily="34" charset="-128"/>
              </a:defRPr>
            </a:lvl4pPr>
            <a:lvl5pPr marL="2057400" indent="-228600">
              <a:defRPr sz="1400">
                <a:solidFill>
                  <a:schemeClr val="tx1"/>
                </a:solidFill>
                <a:latin typeface="Arial" charset="0"/>
                <a:ea typeface="MS PGothic" pitchFamily="34" charset="-128"/>
              </a:defRPr>
            </a:lvl5pPr>
            <a:lvl6pPr marL="2514600" indent="-228600" eaLnBrk="0" fontAlgn="base" hangingPunct="0">
              <a:spcBef>
                <a:spcPct val="0"/>
              </a:spcBef>
              <a:spcAft>
                <a:spcPct val="0"/>
              </a:spcAft>
              <a:defRPr sz="1400">
                <a:solidFill>
                  <a:schemeClr val="tx1"/>
                </a:solidFill>
                <a:latin typeface="Arial" charset="0"/>
                <a:ea typeface="MS PGothic" pitchFamily="34" charset="-128"/>
              </a:defRPr>
            </a:lvl6pPr>
            <a:lvl7pPr marL="2971800" indent="-228600" eaLnBrk="0" fontAlgn="base" hangingPunct="0">
              <a:spcBef>
                <a:spcPct val="0"/>
              </a:spcBef>
              <a:spcAft>
                <a:spcPct val="0"/>
              </a:spcAft>
              <a:defRPr sz="1400">
                <a:solidFill>
                  <a:schemeClr val="tx1"/>
                </a:solidFill>
                <a:latin typeface="Arial" charset="0"/>
                <a:ea typeface="MS PGothic" pitchFamily="34" charset="-128"/>
              </a:defRPr>
            </a:lvl7pPr>
            <a:lvl8pPr marL="3429000" indent="-228600" eaLnBrk="0" fontAlgn="base" hangingPunct="0">
              <a:spcBef>
                <a:spcPct val="0"/>
              </a:spcBef>
              <a:spcAft>
                <a:spcPct val="0"/>
              </a:spcAft>
              <a:defRPr sz="1400">
                <a:solidFill>
                  <a:schemeClr val="tx1"/>
                </a:solidFill>
                <a:latin typeface="Arial" charset="0"/>
                <a:ea typeface="MS PGothic" pitchFamily="34" charset="-128"/>
              </a:defRPr>
            </a:lvl8pPr>
            <a:lvl9pPr marL="3886200" indent="-228600" eaLnBrk="0" fontAlgn="base" hangingPunct="0">
              <a:spcBef>
                <a:spcPct val="0"/>
              </a:spcBef>
              <a:spcAft>
                <a:spcPct val="0"/>
              </a:spcAft>
              <a:defRPr sz="1400">
                <a:solidFill>
                  <a:schemeClr val="tx1"/>
                </a:solidFill>
                <a:latin typeface="Arial" charset="0"/>
                <a:ea typeface="MS PGothic" pitchFamily="34" charset="-128"/>
              </a:defRPr>
            </a:lvl9pPr>
          </a:lstStyle>
          <a:p>
            <a:pPr algn="ctr" defTabSz="514350">
              <a:defRPr/>
            </a:pPr>
            <a:endParaRPr lang="en-US" altLang="zh-CN" sz="1300" kern="0">
              <a:solidFill>
                <a:srgbClr val="FFFFFF"/>
              </a:solidFill>
              <a:latin typeface="+mj-lt"/>
              <a:ea typeface="+mj-ea"/>
            </a:endParaRPr>
          </a:p>
        </p:txBody>
      </p:sp>
      <p:grpSp>
        <p:nvGrpSpPr>
          <p:cNvPr id="29" name="组合 28">
            <a:extLst>
              <a:ext uri="{FF2B5EF4-FFF2-40B4-BE49-F238E27FC236}">
                <a16:creationId xmlns="" xmlns:a16="http://schemas.microsoft.com/office/drawing/2014/main" id="{96EEC963-3133-45E3-BD05-17C0416035A1}"/>
              </a:ext>
            </a:extLst>
          </p:cNvPr>
          <p:cNvGrpSpPr/>
          <p:nvPr/>
        </p:nvGrpSpPr>
        <p:grpSpPr>
          <a:xfrm>
            <a:off x="10565394" y="-58239"/>
            <a:ext cx="1453034" cy="704850"/>
            <a:chOff x="10067453" y="63342"/>
            <a:chExt cx="1453034" cy="704850"/>
          </a:xfrm>
        </p:grpSpPr>
        <p:sp>
          <p:nvSpPr>
            <p:cNvPr id="30" name="矩形 29">
              <a:extLst>
                <a:ext uri="{FF2B5EF4-FFF2-40B4-BE49-F238E27FC236}">
                  <a16:creationId xmlns="" xmlns:a16="http://schemas.microsoft.com/office/drawing/2014/main" id="{A0ED57D9-25F1-4A49-84C8-A10EDFD0AE4D}"/>
                </a:ext>
              </a:extLst>
            </p:cNvPr>
            <p:cNvSpPr/>
            <p:nvPr/>
          </p:nvSpPr>
          <p:spPr>
            <a:xfrm>
              <a:off x="10067453" y="63342"/>
              <a:ext cx="1453034" cy="704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lt"/>
              </a:endParaRPr>
            </a:p>
          </p:txBody>
        </p:sp>
        <p:pic>
          <p:nvPicPr>
            <p:cNvPr id="31" name="图片 30">
              <a:extLst>
                <a:ext uri="{FF2B5EF4-FFF2-40B4-BE49-F238E27FC236}">
                  <a16:creationId xmlns="" xmlns:a16="http://schemas.microsoft.com/office/drawing/2014/main" id="{FF8DD501-E1E2-426C-845A-C4587446671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7377" y="187665"/>
              <a:ext cx="456204" cy="456204"/>
            </a:xfrm>
            <a:prstGeom prst="rect">
              <a:avLst/>
            </a:prstGeom>
          </p:spPr>
        </p:pic>
        <p:pic>
          <p:nvPicPr>
            <p:cNvPr id="32" name="图片 31">
              <a:extLst>
                <a:ext uri="{FF2B5EF4-FFF2-40B4-BE49-F238E27FC236}">
                  <a16:creationId xmlns="" xmlns:a16="http://schemas.microsoft.com/office/drawing/2014/main" id="{9B154FB6-1643-41C7-9BBC-E1993C4D08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67521" y="63342"/>
              <a:ext cx="742950" cy="704850"/>
            </a:xfrm>
            <a:prstGeom prst="rect">
              <a:avLst/>
            </a:prstGeom>
          </p:spPr>
        </p:pic>
      </p:grpSp>
      <p:sp>
        <p:nvSpPr>
          <p:cNvPr id="92" name="标题 1"/>
          <p:cNvSpPr>
            <a:spLocks noGrp="1"/>
          </p:cNvSpPr>
          <p:nvPr>
            <p:ph type="title"/>
          </p:nvPr>
        </p:nvSpPr>
        <p:spPr>
          <a:xfrm>
            <a:off x="444828" y="-270767"/>
            <a:ext cx="10850563" cy="652921"/>
          </a:xfrm>
        </p:spPr>
        <p:txBody>
          <a:bodyPr>
            <a:normAutofit/>
          </a:bodyPr>
          <a:lstStyle/>
          <a:p>
            <a:r>
              <a:rPr lang="zh-CN" altLang="en-US" sz="1600" smtClean="0"/>
              <a:t>项目规划</a:t>
            </a:r>
            <a:r>
              <a:rPr lang="en-US" altLang="zh-CN" sz="1600" smtClean="0"/>
              <a:t> Project Schedule</a:t>
            </a:r>
            <a:endParaRPr lang="zh-CN" altLang="en-US" sz="1600" dirty="0"/>
          </a:p>
        </p:txBody>
      </p:sp>
      <p:sp>
        <p:nvSpPr>
          <p:cNvPr id="48" name="Freeform 155">
            <a:extLst>
              <a:ext uri="{FF2B5EF4-FFF2-40B4-BE49-F238E27FC236}">
                <a16:creationId xmlns="" xmlns:a16="http://schemas.microsoft.com/office/drawing/2014/main" id="{AF47B5F7-DF1D-48FF-8AB1-8B3F55719149}"/>
              </a:ext>
            </a:extLst>
          </p:cNvPr>
          <p:cNvSpPr/>
          <p:nvPr/>
        </p:nvSpPr>
        <p:spPr>
          <a:xfrm>
            <a:off x="6659527" y="35289"/>
            <a:ext cx="886414" cy="430655"/>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rgbClr val="00B050"/>
          </a:solidFill>
          <a:ln w="9525">
            <a:noFill/>
            <a:miter lim="800000"/>
            <a:headEnd/>
            <a:tailEnd/>
          </a:ln>
          <a:effectLst/>
        </p:spPr>
        <p:txBody>
          <a:bodyPr lIns="0" tIns="0" rIns="0" bIns="0" anchor="ctr">
            <a:noAutofit/>
          </a:bodyPr>
          <a:lstStyle/>
          <a:p>
            <a:pPr algn="ctr" defTabSz="503635">
              <a:buClr>
                <a:srgbClr val="000000"/>
              </a:buClr>
            </a:pPr>
            <a:r>
              <a:rPr lang="en-US" altLang="zh-CN" sz="1300" dirty="0" smtClean="0">
                <a:latin typeface="+mj-lt"/>
                <a:ea typeface="+mj-ea"/>
                <a:cs typeface="Microsoft YaHei" charset="-122"/>
              </a:rPr>
              <a:t>Close</a:t>
            </a:r>
          </a:p>
          <a:p>
            <a:pPr algn="ctr" defTabSz="503635">
              <a:buClr>
                <a:srgbClr val="000000"/>
              </a:buClr>
            </a:pPr>
            <a:r>
              <a:rPr lang="zh-CN" altLang="en-US" sz="1300" dirty="0">
                <a:latin typeface="+mj-lt"/>
                <a:ea typeface="+mj-ea"/>
                <a:cs typeface="Microsoft YaHei" charset="-122"/>
              </a:rPr>
              <a:t>完成</a:t>
            </a:r>
            <a:endParaRPr lang="en-US" altLang="zh-CN" sz="1300" dirty="0">
              <a:latin typeface="+mj-lt"/>
              <a:ea typeface="+mj-ea"/>
              <a:cs typeface="Microsoft YaHei" charset="-122"/>
            </a:endParaRPr>
          </a:p>
        </p:txBody>
      </p:sp>
      <p:sp>
        <p:nvSpPr>
          <p:cNvPr id="51" name="Freeform 155">
            <a:extLst>
              <a:ext uri="{FF2B5EF4-FFF2-40B4-BE49-F238E27FC236}">
                <a16:creationId xmlns="" xmlns:a16="http://schemas.microsoft.com/office/drawing/2014/main" id="{AF47B5F7-DF1D-48FF-8AB1-8B3F55719149}"/>
              </a:ext>
            </a:extLst>
          </p:cNvPr>
          <p:cNvSpPr/>
          <p:nvPr/>
        </p:nvSpPr>
        <p:spPr>
          <a:xfrm>
            <a:off x="7722777" y="57755"/>
            <a:ext cx="886414" cy="430655"/>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rgbClr val="FF0000"/>
          </a:solidFill>
          <a:ln w="9525">
            <a:noFill/>
            <a:miter lim="800000"/>
            <a:headEnd/>
            <a:tailEnd/>
          </a:ln>
          <a:effectLst/>
        </p:spPr>
        <p:txBody>
          <a:bodyPr lIns="0" tIns="0" rIns="0" bIns="0" anchor="ctr">
            <a:noAutofit/>
          </a:bodyPr>
          <a:lstStyle/>
          <a:p>
            <a:pPr algn="ctr" defTabSz="503635">
              <a:buClr>
                <a:srgbClr val="000000"/>
              </a:buClr>
            </a:pPr>
            <a:r>
              <a:rPr lang="en-US" altLang="zh-CN" sz="1300" dirty="0" smtClean="0">
                <a:latin typeface="+mj-lt"/>
                <a:ea typeface="+mj-ea"/>
                <a:cs typeface="Microsoft YaHei" charset="-122"/>
              </a:rPr>
              <a:t>Delay</a:t>
            </a:r>
          </a:p>
          <a:p>
            <a:pPr algn="ctr" defTabSz="503635">
              <a:buClr>
                <a:srgbClr val="000000"/>
              </a:buClr>
            </a:pPr>
            <a:r>
              <a:rPr lang="zh-CN" altLang="en-US" sz="1300" dirty="0">
                <a:latin typeface="+mj-lt"/>
                <a:ea typeface="+mj-ea"/>
                <a:cs typeface="Microsoft YaHei" charset="-122"/>
              </a:rPr>
              <a:t>延迟</a:t>
            </a:r>
            <a:endParaRPr lang="en-US" altLang="zh-CN" sz="1300" dirty="0">
              <a:latin typeface="+mj-lt"/>
              <a:ea typeface="+mj-ea"/>
              <a:cs typeface="Microsoft YaHei" charset="-122"/>
            </a:endParaRPr>
          </a:p>
        </p:txBody>
      </p:sp>
      <p:sp>
        <p:nvSpPr>
          <p:cNvPr id="52" name="Freeform 155">
            <a:extLst>
              <a:ext uri="{FF2B5EF4-FFF2-40B4-BE49-F238E27FC236}">
                <a16:creationId xmlns="" xmlns:a16="http://schemas.microsoft.com/office/drawing/2014/main" id="{AF47B5F7-DF1D-48FF-8AB1-8B3F55719149}"/>
              </a:ext>
            </a:extLst>
          </p:cNvPr>
          <p:cNvSpPr/>
          <p:nvPr/>
        </p:nvSpPr>
        <p:spPr>
          <a:xfrm>
            <a:off x="8824660" y="45921"/>
            <a:ext cx="886414" cy="430655"/>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rgbClr val="E3F3D1"/>
          </a:solidFill>
          <a:ln w="9525">
            <a:noFill/>
            <a:miter lim="800000"/>
            <a:headEnd/>
            <a:tailEnd/>
          </a:ln>
          <a:effectLst/>
        </p:spPr>
        <p:txBody>
          <a:bodyPr lIns="0" tIns="0" rIns="0" bIns="0" anchor="ctr">
            <a:noAutofit/>
          </a:bodyPr>
          <a:lstStyle/>
          <a:p>
            <a:pPr algn="ctr" defTabSz="503635">
              <a:buClr>
                <a:srgbClr val="000000"/>
              </a:buClr>
            </a:pPr>
            <a:r>
              <a:rPr lang="en-US" altLang="zh-CN" sz="1300" dirty="0" smtClean="0">
                <a:latin typeface="+mj-lt"/>
                <a:ea typeface="+mj-ea"/>
                <a:cs typeface="Microsoft YaHei" charset="-122"/>
              </a:rPr>
              <a:t>On-going</a:t>
            </a:r>
          </a:p>
          <a:p>
            <a:pPr algn="ctr" defTabSz="503635">
              <a:buClr>
                <a:srgbClr val="000000"/>
              </a:buClr>
            </a:pPr>
            <a:r>
              <a:rPr lang="zh-CN" altLang="en-US" sz="1300" dirty="0">
                <a:latin typeface="+mj-lt"/>
                <a:ea typeface="+mj-ea"/>
                <a:cs typeface="Microsoft YaHei" charset="-122"/>
              </a:rPr>
              <a:t>进行中</a:t>
            </a:r>
            <a:endParaRPr lang="en-US" altLang="zh-CN" sz="1300" dirty="0">
              <a:latin typeface="+mj-lt"/>
              <a:ea typeface="+mj-ea"/>
              <a:cs typeface="Microsoft YaHei" charset="-122"/>
            </a:endParaRPr>
          </a:p>
        </p:txBody>
      </p:sp>
      <p:sp>
        <p:nvSpPr>
          <p:cNvPr id="58" name="Freeform 155">
            <a:extLst>
              <a:ext uri="{FF2B5EF4-FFF2-40B4-BE49-F238E27FC236}">
                <a16:creationId xmlns="" xmlns:a16="http://schemas.microsoft.com/office/drawing/2014/main" id="{AF47B5F7-DF1D-48FF-8AB1-8B3F55719149}"/>
              </a:ext>
            </a:extLst>
          </p:cNvPr>
          <p:cNvSpPr/>
          <p:nvPr/>
        </p:nvSpPr>
        <p:spPr>
          <a:xfrm>
            <a:off x="9926899" y="35288"/>
            <a:ext cx="886414" cy="430655"/>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chemeClr val="bg1">
              <a:lumMod val="95000"/>
            </a:schemeClr>
          </a:solidFill>
          <a:ln w="9525">
            <a:noFill/>
            <a:miter lim="800000"/>
            <a:headEnd/>
            <a:tailEnd/>
          </a:ln>
          <a:effectLst/>
        </p:spPr>
        <p:txBody>
          <a:bodyPr lIns="0" tIns="0" rIns="0" bIns="0" anchor="ctr">
            <a:noAutofit/>
          </a:bodyPr>
          <a:lstStyle/>
          <a:p>
            <a:pPr algn="ctr" defTabSz="503635">
              <a:buClr>
                <a:srgbClr val="000000"/>
              </a:buClr>
            </a:pPr>
            <a:r>
              <a:rPr lang="en-US" altLang="zh-CN" sz="1300" dirty="0">
                <a:latin typeface="+mj-lt"/>
                <a:ea typeface="+mj-ea"/>
                <a:cs typeface="Microsoft YaHei" charset="-122"/>
              </a:rPr>
              <a:t>Not </a:t>
            </a:r>
            <a:r>
              <a:rPr lang="en-US" altLang="zh-CN" sz="1300" dirty="0" smtClean="0">
                <a:latin typeface="+mj-lt"/>
                <a:ea typeface="+mj-ea"/>
                <a:cs typeface="Microsoft YaHei" charset="-122"/>
              </a:rPr>
              <a:t>start</a:t>
            </a:r>
          </a:p>
          <a:p>
            <a:pPr algn="ctr" defTabSz="503635">
              <a:buClr>
                <a:srgbClr val="000000"/>
              </a:buClr>
            </a:pPr>
            <a:r>
              <a:rPr lang="zh-CN" altLang="en-US" sz="1300" dirty="0">
                <a:latin typeface="+mj-lt"/>
                <a:ea typeface="+mj-ea"/>
                <a:cs typeface="Microsoft YaHei" charset="-122"/>
              </a:rPr>
              <a:t>未开始</a:t>
            </a:r>
            <a:endParaRPr lang="en-US" altLang="zh-CN" sz="1300" dirty="0">
              <a:latin typeface="+mj-lt"/>
              <a:ea typeface="+mj-ea"/>
              <a:cs typeface="Microsoft YaHei" charset="-122"/>
            </a:endParaRPr>
          </a:p>
        </p:txBody>
      </p:sp>
      <p:sp>
        <p:nvSpPr>
          <p:cNvPr id="91" name="TextBox 90"/>
          <p:cNvSpPr txBox="1"/>
          <p:nvPr/>
        </p:nvSpPr>
        <p:spPr>
          <a:xfrm>
            <a:off x="1572004" y="6283509"/>
            <a:ext cx="1602910" cy="369332"/>
          </a:xfrm>
          <a:prstGeom prst="rect">
            <a:avLst/>
          </a:prstGeom>
          <a:noFill/>
        </p:spPr>
        <p:txBody>
          <a:bodyPr wrap="square" rtlCol="0">
            <a:spAutoFit/>
          </a:bodyPr>
          <a:lstStyle/>
          <a:p>
            <a:r>
              <a:rPr lang="en-US" altLang="zh-CN" b="1" dirty="0">
                <a:solidFill>
                  <a:srgbClr val="FF0000"/>
                </a:solidFill>
                <a:latin typeface="+mj-lt"/>
              </a:rPr>
              <a:t>We are here</a:t>
            </a:r>
            <a:endParaRPr lang="zh-CN" altLang="en-US" b="1" dirty="0">
              <a:solidFill>
                <a:srgbClr val="FF0000"/>
              </a:solidFill>
              <a:latin typeface="+mj-lt"/>
            </a:endParaRPr>
          </a:p>
        </p:txBody>
      </p:sp>
      <p:sp>
        <p:nvSpPr>
          <p:cNvPr id="83" name="Freeform 155">
            <a:extLst>
              <a:ext uri="{FF2B5EF4-FFF2-40B4-BE49-F238E27FC236}">
                <a16:creationId xmlns="" xmlns:a16="http://schemas.microsoft.com/office/drawing/2014/main" id="{1163ECA5-2E92-0E4A-D285-64F90E941E22}"/>
              </a:ext>
            </a:extLst>
          </p:cNvPr>
          <p:cNvSpPr/>
          <p:nvPr/>
        </p:nvSpPr>
        <p:spPr>
          <a:xfrm>
            <a:off x="6335155" y="5202419"/>
            <a:ext cx="2763582" cy="632117"/>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chemeClr val="bg2">
              <a:lumMod val="90000"/>
            </a:schemeClr>
          </a:solidFill>
          <a:ln w="9525">
            <a:solidFill>
              <a:schemeClr val="bg2">
                <a:lumMod val="90000"/>
              </a:schemeClr>
            </a:solidFill>
            <a:miter lim="800000"/>
            <a:headEnd/>
            <a:tailEnd/>
          </a:ln>
          <a:effectLst/>
        </p:spPr>
        <p:txBody>
          <a:bodyPr lIns="0" tIns="0" rIns="0" bIns="0" anchor="ctr">
            <a:noAutofit/>
          </a:bodyPr>
          <a:lstStyle/>
          <a:p>
            <a:pPr algn="ctr" defTabSz="503635">
              <a:buClr>
                <a:srgbClr val="000000"/>
              </a:buClr>
            </a:pPr>
            <a:r>
              <a:rPr lang="en-US" altLang="zh-CN" sz="1100" b="1" dirty="0">
                <a:latin typeface="+mj-lt"/>
                <a:ea typeface="+mj-ea"/>
              </a:rPr>
              <a:t>    2026/01/10 Go-live</a:t>
            </a:r>
          </a:p>
          <a:p>
            <a:pPr algn="ctr" defTabSz="503635">
              <a:buClr>
                <a:srgbClr val="000000"/>
              </a:buClr>
            </a:pPr>
            <a:r>
              <a:rPr lang="en-US" altLang="zh-CN" sz="1100" b="1" dirty="0">
                <a:latin typeface="+mj-lt"/>
                <a:ea typeface="+mj-ea"/>
              </a:rPr>
              <a:t>              Not Started</a:t>
            </a:r>
            <a:endParaRPr lang="zh-CN" altLang="en-US" sz="1100" b="1" dirty="0">
              <a:latin typeface="+mj-lt"/>
              <a:ea typeface="+mj-ea"/>
            </a:endParaRPr>
          </a:p>
        </p:txBody>
      </p:sp>
      <p:sp>
        <p:nvSpPr>
          <p:cNvPr id="85" name="文本框 107">
            <a:extLst>
              <a:ext uri="{FF2B5EF4-FFF2-40B4-BE49-F238E27FC236}">
                <a16:creationId xmlns="" xmlns:a16="http://schemas.microsoft.com/office/drawing/2014/main" id="{28A6CBCD-8730-4627-A4D0-4FCA6107A8D2}"/>
              </a:ext>
            </a:extLst>
          </p:cNvPr>
          <p:cNvSpPr txBox="1"/>
          <p:nvPr/>
        </p:nvSpPr>
        <p:spPr>
          <a:xfrm>
            <a:off x="1174114" y="567552"/>
            <a:ext cx="756938" cy="276999"/>
          </a:xfrm>
          <a:prstGeom prst="rect">
            <a:avLst/>
          </a:prstGeom>
          <a:noFill/>
        </p:spPr>
        <p:txBody>
          <a:bodyPr wrap="none" rtlCol="0">
            <a:spAutoFit/>
          </a:bodyPr>
          <a:lstStyle/>
          <a:p>
            <a:r>
              <a:rPr lang="en-US" altLang="zh-CN" sz="1200" b="1" dirty="0" smtClean="0">
                <a:solidFill>
                  <a:schemeClr val="accent1">
                    <a:lumMod val="75000"/>
                  </a:schemeClr>
                </a:solidFill>
                <a:latin typeface="+mj-lt"/>
                <a:ea typeface="+mj-ea"/>
              </a:rPr>
              <a:t>01/15 </a:t>
            </a:r>
            <a:r>
              <a:rPr lang="en-US" altLang="zh-CN" sz="1200" b="1" dirty="0" smtClean="0">
                <a:solidFill>
                  <a:schemeClr val="accent1">
                    <a:lumMod val="75000"/>
                  </a:schemeClr>
                </a:solidFill>
                <a:latin typeface="+mj-lt"/>
                <a:ea typeface="+mj-ea"/>
              </a:rPr>
              <a:t>PI</a:t>
            </a:r>
            <a:endParaRPr lang="zh-CN" altLang="en-US" sz="1200" b="1" dirty="0">
              <a:solidFill>
                <a:schemeClr val="accent1">
                  <a:lumMod val="75000"/>
                </a:schemeClr>
              </a:solidFill>
              <a:latin typeface="+mj-lt"/>
              <a:ea typeface="+mj-ea"/>
            </a:endParaRPr>
          </a:p>
        </p:txBody>
      </p:sp>
      <p:pic>
        <p:nvPicPr>
          <p:cNvPr id="88" name="Picture 83">
            <a:extLst>
              <a:ext uri="{FF2B5EF4-FFF2-40B4-BE49-F238E27FC236}">
                <a16:creationId xmlns="" xmlns:a16="http://schemas.microsoft.com/office/drawing/2014/main" id="{578178E6-A6D3-4E2E-A534-CB0C196B7FD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55" y="614885"/>
            <a:ext cx="282415" cy="18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 name="文本框 107">
            <a:extLst>
              <a:ext uri="{FF2B5EF4-FFF2-40B4-BE49-F238E27FC236}">
                <a16:creationId xmlns="" xmlns:a16="http://schemas.microsoft.com/office/drawing/2014/main" id="{28A6CBCD-8730-4627-A4D0-4FCA6107A8D2}"/>
              </a:ext>
            </a:extLst>
          </p:cNvPr>
          <p:cNvSpPr txBox="1"/>
          <p:nvPr/>
        </p:nvSpPr>
        <p:spPr>
          <a:xfrm>
            <a:off x="10317541" y="534682"/>
            <a:ext cx="1516762" cy="276999"/>
          </a:xfrm>
          <a:prstGeom prst="rect">
            <a:avLst/>
          </a:prstGeom>
          <a:noFill/>
        </p:spPr>
        <p:txBody>
          <a:bodyPr wrap="none" rtlCol="0">
            <a:spAutoFit/>
          </a:bodyPr>
          <a:lstStyle/>
          <a:p>
            <a:r>
              <a:rPr lang="en-US" altLang="zh-CN" sz="1200" b="1" dirty="0">
                <a:solidFill>
                  <a:schemeClr val="accent1">
                    <a:lumMod val="75000"/>
                  </a:schemeClr>
                </a:solidFill>
              </a:rPr>
              <a:t>2026/01/10</a:t>
            </a:r>
            <a:r>
              <a:rPr lang="en-US" altLang="zh-CN" sz="1200" b="1" dirty="0" smtClean="0">
                <a:solidFill>
                  <a:schemeClr val="accent1">
                    <a:lumMod val="75000"/>
                  </a:schemeClr>
                </a:solidFill>
                <a:latin typeface="+mj-lt"/>
                <a:ea typeface="+mj-ea"/>
              </a:rPr>
              <a:t> </a:t>
            </a:r>
            <a:r>
              <a:rPr lang="en-US" altLang="zh-CN" sz="1200" b="1" dirty="0" smtClean="0">
                <a:solidFill>
                  <a:schemeClr val="accent1">
                    <a:lumMod val="75000"/>
                  </a:schemeClr>
                </a:solidFill>
                <a:latin typeface="+mj-lt"/>
                <a:ea typeface="+mj-ea"/>
              </a:rPr>
              <a:t>Go-live</a:t>
            </a:r>
            <a:endParaRPr lang="zh-CN" altLang="en-US" sz="1200" b="1" dirty="0">
              <a:solidFill>
                <a:schemeClr val="accent1">
                  <a:lumMod val="75000"/>
                </a:schemeClr>
              </a:solidFill>
              <a:latin typeface="+mj-lt"/>
              <a:ea typeface="+mj-ea"/>
            </a:endParaRPr>
          </a:p>
        </p:txBody>
      </p:sp>
      <p:pic>
        <p:nvPicPr>
          <p:cNvPr id="93" name="Picture 83">
            <a:extLst>
              <a:ext uri="{FF2B5EF4-FFF2-40B4-BE49-F238E27FC236}">
                <a16:creationId xmlns="" xmlns:a16="http://schemas.microsoft.com/office/drawing/2014/main" id="{578178E6-A6D3-4E2E-A534-CB0C196B7FD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04260" y="588738"/>
            <a:ext cx="282415" cy="18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 name="Freeform 155">
            <a:extLst>
              <a:ext uri="{FF2B5EF4-FFF2-40B4-BE49-F238E27FC236}">
                <a16:creationId xmlns="" xmlns:a16="http://schemas.microsoft.com/office/drawing/2014/main" id="{1163ECA5-2E92-0E4A-D285-64F90E941E22}"/>
              </a:ext>
            </a:extLst>
          </p:cNvPr>
          <p:cNvSpPr/>
          <p:nvPr/>
        </p:nvSpPr>
        <p:spPr>
          <a:xfrm>
            <a:off x="98493" y="1189046"/>
            <a:ext cx="2467154" cy="454624"/>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rgbClr val="FF0000"/>
          </a:solidFill>
          <a:ln w="9525">
            <a:solidFill>
              <a:srgbClr val="FF0000"/>
            </a:solidFill>
            <a:miter lim="800000"/>
            <a:headEnd/>
            <a:tailEnd/>
          </a:ln>
          <a:effectLst/>
        </p:spPr>
        <p:txBody>
          <a:bodyPr lIns="0" tIns="0" rIns="0" bIns="0" anchor="ctr">
            <a:noAutofit/>
          </a:bodyPr>
          <a:lstStyle/>
          <a:p>
            <a:pPr algn="ctr" defTabSz="503635">
              <a:buClr>
                <a:srgbClr val="000000"/>
              </a:buClr>
            </a:pPr>
            <a:r>
              <a:rPr lang="en-US" altLang="zh-CN" sz="1100" b="1" dirty="0" smtClean="0">
                <a:latin typeface="+mj-lt"/>
                <a:ea typeface="+mj-ea"/>
              </a:rPr>
              <a:t>PI</a:t>
            </a:r>
          </a:p>
          <a:p>
            <a:pPr algn="ctr" defTabSz="503635">
              <a:buClr>
                <a:srgbClr val="000000"/>
              </a:buClr>
            </a:pPr>
            <a:r>
              <a:rPr lang="en-US" altLang="zh-CN" sz="1100" b="1" dirty="0" smtClean="0">
                <a:latin typeface="+mj-lt"/>
                <a:ea typeface="+mj-ea"/>
              </a:rPr>
              <a:t>09/15 Delay</a:t>
            </a:r>
            <a:endParaRPr lang="en-US" altLang="zh-CN" sz="1100" b="1" dirty="0">
              <a:latin typeface="+mj-lt"/>
              <a:cs typeface="Microsoft YaHei" charset="-122"/>
            </a:endParaRPr>
          </a:p>
        </p:txBody>
      </p:sp>
      <p:sp>
        <p:nvSpPr>
          <p:cNvPr id="64" name="Freeform 155">
            <a:extLst>
              <a:ext uri="{FF2B5EF4-FFF2-40B4-BE49-F238E27FC236}">
                <a16:creationId xmlns="" xmlns:a16="http://schemas.microsoft.com/office/drawing/2014/main" id="{1163ECA5-2E92-0E4A-D285-64F90E941E22}"/>
              </a:ext>
            </a:extLst>
          </p:cNvPr>
          <p:cNvSpPr/>
          <p:nvPr/>
        </p:nvSpPr>
        <p:spPr>
          <a:xfrm>
            <a:off x="4579660" y="3649091"/>
            <a:ext cx="2543951" cy="648956"/>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chemeClr val="bg2">
              <a:lumMod val="90000"/>
            </a:schemeClr>
          </a:solidFill>
          <a:ln w="9525">
            <a:solidFill>
              <a:schemeClr val="bg2">
                <a:lumMod val="90000"/>
              </a:schemeClr>
            </a:solidFill>
            <a:miter lim="800000"/>
            <a:headEnd/>
            <a:tailEnd/>
          </a:ln>
          <a:effectLst/>
        </p:spPr>
        <p:txBody>
          <a:bodyPr lIns="0" tIns="0" rIns="0" bIns="0" anchor="ctr">
            <a:noAutofit/>
          </a:bodyPr>
          <a:lstStyle/>
          <a:p>
            <a:pPr algn="ctr" defTabSz="503635">
              <a:buClr>
                <a:srgbClr val="000000"/>
              </a:buClr>
            </a:pPr>
            <a:r>
              <a:rPr lang="en-US" altLang="zh-CN" sz="1100" b="1" dirty="0">
                <a:latin typeface="+mj-lt"/>
                <a:ea typeface="+mj-ea"/>
              </a:rPr>
              <a:t>   12/27 User training</a:t>
            </a:r>
          </a:p>
          <a:p>
            <a:pPr algn="ctr" defTabSz="503635">
              <a:buClr>
                <a:srgbClr val="000000"/>
              </a:buClr>
            </a:pPr>
            <a:r>
              <a:rPr lang="en-US" altLang="zh-CN" sz="1100" b="1" dirty="0">
                <a:latin typeface="+mj-lt"/>
                <a:ea typeface="+mj-ea"/>
              </a:rPr>
              <a:t>                     Not started </a:t>
            </a:r>
            <a:endParaRPr lang="zh-CN" altLang="en-US" sz="1100" b="1" dirty="0">
              <a:latin typeface="+mj-lt"/>
              <a:ea typeface="+mj-ea"/>
            </a:endParaRPr>
          </a:p>
        </p:txBody>
      </p:sp>
      <p:sp>
        <p:nvSpPr>
          <p:cNvPr id="37" name="Freeform 155">
            <a:extLst>
              <a:ext uri="{FF2B5EF4-FFF2-40B4-BE49-F238E27FC236}">
                <a16:creationId xmlns="" xmlns:a16="http://schemas.microsoft.com/office/drawing/2014/main" id="{1163ECA5-2E92-0E4A-D285-64F90E941E22}"/>
              </a:ext>
            </a:extLst>
          </p:cNvPr>
          <p:cNvSpPr/>
          <p:nvPr/>
        </p:nvSpPr>
        <p:spPr>
          <a:xfrm>
            <a:off x="2117242" y="2310707"/>
            <a:ext cx="2487077" cy="488881"/>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rgbClr val="E3F3D1"/>
          </a:solidFill>
          <a:ln w="9525">
            <a:solidFill>
              <a:srgbClr val="DEF0E8"/>
            </a:solidFill>
            <a:miter lim="800000"/>
            <a:headEnd/>
            <a:tailEnd/>
          </a:ln>
          <a:effectLst/>
        </p:spPr>
        <p:txBody>
          <a:bodyPr lIns="0" tIns="0" rIns="0" bIns="0" anchor="ctr">
            <a:noAutofit/>
          </a:bodyPr>
          <a:lstStyle/>
          <a:p>
            <a:pPr algn="ctr" defTabSz="503635">
              <a:buClr>
                <a:srgbClr val="000000"/>
              </a:buClr>
            </a:pPr>
            <a:r>
              <a:rPr lang="zh-CN" altLang="en-US" sz="1100" b="1" dirty="0">
                <a:latin typeface="+mj-lt"/>
                <a:ea typeface="+mj-ea"/>
              </a:rPr>
              <a:t>蓝图</a:t>
            </a:r>
            <a:r>
              <a:rPr lang="en-US" altLang="zh-CN" sz="1100" b="1" dirty="0">
                <a:latin typeface="+mj-lt"/>
                <a:ea typeface="+mj-ea"/>
              </a:rPr>
              <a:t>Blueprint </a:t>
            </a:r>
          </a:p>
          <a:p>
            <a:pPr algn="ctr" defTabSz="503635">
              <a:buClr>
                <a:srgbClr val="000000"/>
              </a:buClr>
            </a:pPr>
            <a:r>
              <a:rPr lang="en-US" altLang="zh-CN" sz="1100" b="1" dirty="0">
                <a:latin typeface="+mj-lt"/>
                <a:ea typeface="+mj-ea"/>
              </a:rPr>
              <a:t>09/20 Ongoing</a:t>
            </a:r>
            <a:endParaRPr lang="en-US" altLang="zh-CN" sz="1100" b="1" dirty="0">
              <a:latin typeface="+mj-lt"/>
              <a:ea typeface="+mj-ea"/>
            </a:endParaRPr>
          </a:p>
        </p:txBody>
      </p:sp>
      <p:sp>
        <p:nvSpPr>
          <p:cNvPr id="42" name="文本框 107">
            <a:extLst>
              <a:ext uri="{FF2B5EF4-FFF2-40B4-BE49-F238E27FC236}">
                <a16:creationId xmlns="" xmlns:a16="http://schemas.microsoft.com/office/drawing/2014/main" id="{28A6CBCD-8730-4627-A4D0-4FCA6107A8D2}"/>
              </a:ext>
            </a:extLst>
          </p:cNvPr>
          <p:cNvSpPr txBox="1"/>
          <p:nvPr/>
        </p:nvSpPr>
        <p:spPr>
          <a:xfrm>
            <a:off x="4228658" y="1307026"/>
            <a:ext cx="1292063" cy="646331"/>
          </a:xfrm>
          <a:prstGeom prst="rect">
            <a:avLst/>
          </a:prstGeom>
          <a:noFill/>
        </p:spPr>
        <p:txBody>
          <a:bodyPr wrap="square" rtlCol="0">
            <a:spAutoFit/>
          </a:bodyPr>
          <a:lstStyle/>
          <a:p>
            <a:r>
              <a:rPr lang="en-US" altLang="zh-CN" sz="1200" b="1" dirty="0" smtClean="0">
                <a:solidFill>
                  <a:schemeClr val="accent1">
                    <a:lumMod val="75000"/>
                  </a:schemeClr>
                </a:solidFill>
                <a:latin typeface="+mj-lt"/>
                <a:ea typeface="+mj-ea"/>
              </a:rPr>
              <a:t>02/05 KO &amp;</a:t>
            </a:r>
            <a:r>
              <a:rPr lang="en-US" altLang="zh-CN" sz="1200" b="1" dirty="0">
                <a:solidFill>
                  <a:schemeClr val="accent1">
                    <a:lumMod val="75000"/>
                  </a:schemeClr>
                </a:solidFill>
                <a:latin typeface="+mj-lt"/>
                <a:ea typeface="+mj-ea"/>
              </a:rPr>
              <a:t> </a:t>
            </a:r>
            <a:r>
              <a:rPr lang="en-US" altLang="zh-CN" sz="1200" b="1" dirty="0" smtClean="0">
                <a:solidFill>
                  <a:schemeClr val="accent1">
                    <a:lumMod val="75000"/>
                  </a:schemeClr>
                </a:solidFill>
                <a:latin typeface="+mj-lt"/>
                <a:ea typeface="+mj-ea"/>
              </a:rPr>
              <a:t>Blueprint Review</a:t>
            </a:r>
            <a:endParaRPr lang="zh-CN" altLang="en-US" sz="1200" b="1" dirty="0">
              <a:solidFill>
                <a:schemeClr val="accent1">
                  <a:lumMod val="75000"/>
                </a:schemeClr>
              </a:solidFill>
              <a:latin typeface="+mj-lt"/>
              <a:ea typeface="+mj-ea"/>
            </a:endParaRPr>
          </a:p>
        </p:txBody>
      </p:sp>
      <p:pic>
        <p:nvPicPr>
          <p:cNvPr id="44" name="Picture 83">
            <a:extLst>
              <a:ext uri="{FF2B5EF4-FFF2-40B4-BE49-F238E27FC236}">
                <a16:creationId xmlns="" xmlns:a16="http://schemas.microsoft.com/office/drawing/2014/main" id="{578178E6-A6D3-4E2E-A534-CB0C196B7FD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46453" y="1529183"/>
            <a:ext cx="282415" cy="18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 name="文本框 107">
            <a:extLst>
              <a:ext uri="{FF2B5EF4-FFF2-40B4-BE49-F238E27FC236}">
                <a16:creationId xmlns="" xmlns:a16="http://schemas.microsoft.com/office/drawing/2014/main" id="{28A6CBCD-8730-4627-A4D0-4FCA6107A8D2}"/>
              </a:ext>
            </a:extLst>
          </p:cNvPr>
          <p:cNvSpPr txBox="1"/>
          <p:nvPr/>
        </p:nvSpPr>
        <p:spPr>
          <a:xfrm>
            <a:off x="7630926" y="503593"/>
            <a:ext cx="2207870" cy="276999"/>
          </a:xfrm>
          <a:prstGeom prst="rect">
            <a:avLst/>
          </a:prstGeom>
          <a:noFill/>
        </p:spPr>
        <p:txBody>
          <a:bodyPr wrap="square" rtlCol="0">
            <a:spAutoFit/>
          </a:bodyPr>
          <a:lstStyle/>
          <a:p>
            <a:r>
              <a:rPr lang="en-US" altLang="zh-CN" sz="1200" b="1" dirty="0" smtClean="0">
                <a:solidFill>
                  <a:schemeClr val="accent1">
                    <a:lumMod val="75000"/>
                  </a:schemeClr>
                </a:solidFill>
                <a:latin typeface="+mj-lt"/>
                <a:ea typeface="+mj-ea"/>
              </a:rPr>
              <a:t>2026/01/08</a:t>
            </a:r>
            <a:r>
              <a:rPr lang="en-US" altLang="zh-CN" sz="1200" b="1" dirty="0" smtClean="0">
                <a:solidFill>
                  <a:schemeClr val="accent1">
                    <a:lumMod val="75000"/>
                  </a:schemeClr>
                </a:solidFill>
                <a:latin typeface="+mj-lt"/>
                <a:ea typeface="+mj-ea"/>
              </a:rPr>
              <a:t> </a:t>
            </a:r>
            <a:r>
              <a:rPr lang="en-US" altLang="zh-CN" sz="1200" b="1" dirty="0" smtClean="0">
                <a:solidFill>
                  <a:schemeClr val="accent1">
                    <a:lumMod val="75000"/>
                  </a:schemeClr>
                </a:solidFill>
                <a:latin typeface="+mj-lt"/>
                <a:ea typeface="+mj-ea"/>
              </a:rPr>
              <a:t>Project sign-off</a:t>
            </a:r>
            <a:endParaRPr lang="zh-CN" altLang="en-US" sz="1200" b="1" dirty="0">
              <a:solidFill>
                <a:schemeClr val="accent1">
                  <a:lumMod val="75000"/>
                </a:schemeClr>
              </a:solidFill>
              <a:latin typeface="+mj-lt"/>
              <a:ea typeface="+mj-ea"/>
            </a:endParaRPr>
          </a:p>
        </p:txBody>
      </p:sp>
      <p:pic>
        <p:nvPicPr>
          <p:cNvPr id="70" name="Picture 83">
            <a:extLst>
              <a:ext uri="{FF2B5EF4-FFF2-40B4-BE49-F238E27FC236}">
                <a16:creationId xmlns="" xmlns:a16="http://schemas.microsoft.com/office/drawing/2014/main" id="{578178E6-A6D3-4E2E-A534-CB0C196B7FD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04804" y="604135"/>
            <a:ext cx="282415" cy="18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 name="Freeform 155">
            <a:extLst>
              <a:ext uri="{FF2B5EF4-FFF2-40B4-BE49-F238E27FC236}">
                <a16:creationId xmlns="" xmlns:a16="http://schemas.microsoft.com/office/drawing/2014/main" id="{1163ECA5-2E92-0E4A-D285-64F90E941E22}"/>
              </a:ext>
            </a:extLst>
          </p:cNvPr>
          <p:cNvSpPr/>
          <p:nvPr/>
        </p:nvSpPr>
        <p:spPr>
          <a:xfrm>
            <a:off x="1014237" y="1726159"/>
            <a:ext cx="2675943" cy="489201"/>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rgbClr val="E3F3D1"/>
          </a:solidFill>
          <a:ln w="9525">
            <a:solidFill>
              <a:schemeClr val="bg2">
                <a:lumMod val="90000"/>
              </a:schemeClr>
            </a:solidFill>
            <a:miter lim="800000"/>
            <a:headEnd/>
            <a:tailEnd/>
          </a:ln>
          <a:effectLst/>
        </p:spPr>
        <p:txBody>
          <a:bodyPr lIns="0" tIns="0" rIns="0" bIns="0" anchor="ctr">
            <a:noAutofit/>
          </a:bodyPr>
          <a:lstStyle/>
          <a:p>
            <a:pPr algn="ctr" defTabSz="503635">
              <a:buClr>
                <a:srgbClr val="000000"/>
              </a:buClr>
            </a:pPr>
            <a:r>
              <a:rPr lang="en-US" altLang="zh-CN" sz="1100" b="1" dirty="0" smtClean="0">
                <a:latin typeface="+mj-lt"/>
                <a:ea typeface="+mj-ea"/>
              </a:rPr>
              <a:t>KO Prep</a:t>
            </a:r>
          </a:p>
          <a:p>
            <a:pPr algn="ctr" defTabSz="503635">
              <a:buClr>
                <a:srgbClr val="000000"/>
              </a:buClr>
            </a:pPr>
            <a:r>
              <a:rPr lang="en-US" altLang="zh-CN" sz="1100" b="1" dirty="0" smtClean="0">
                <a:latin typeface="+mj-lt"/>
                <a:ea typeface="+mj-ea"/>
              </a:rPr>
              <a:t>09/18 Ongoing</a:t>
            </a:r>
            <a:endParaRPr lang="en-US" altLang="zh-CN" sz="1100" b="1" dirty="0">
              <a:latin typeface="+mj-lt"/>
              <a:cs typeface="Microsoft YaHei" charset="-122"/>
            </a:endParaRPr>
          </a:p>
        </p:txBody>
      </p:sp>
      <p:sp>
        <p:nvSpPr>
          <p:cNvPr id="49" name="文本框 107">
            <a:extLst>
              <a:ext uri="{FF2B5EF4-FFF2-40B4-BE49-F238E27FC236}">
                <a16:creationId xmlns="" xmlns:a16="http://schemas.microsoft.com/office/drawing/2014/main" id="{28A6CBCD-8730-4627-A4D0-4FCA6107A8D2}"/>
              </a:ext>
            </a:extLst>
          </p:cNvPr>
          <p:cNvSpPr txBox="1"/>
          <p:nvPr/>
        </p:nvSpPr>
        <p:spPr>
          <a:xfrm>
            <a:off x="2262779" y="497174"/>
            <a:ext cx="1183337" cy="276999"/>
          </a:xfrm>
          <a:prstGeom prst="rect">
            <a:avLst/>
          </a:prstGeom>
          <a:noFill/>
        </p:spPr>
        <p:txBody>
          <a:bodyPr wrap="none" rtlCol="0">
            <a:spAutoFit/>
          </a:bodyPr>
          <a:lstStyle/>
          <a:p>
            <a:r>
              <a:rPr lang="en-US" altLang="zh-CN" sz="1200" b="1" dirty="0" smtClean="0">
                <a:solidFill>
                  <a:schemeClr val="accent1">
                    <a:lumMod val="75000"/>
                  </a:schemeClr>
                </a:solidFill>
                <a:latin typeface="+mj-lt"/>
                <a:ea typeface="+mj-ea"/>
              </a:rPr>
              <a:t>09/18 </a:t>
            </a:r>
            <a:r>
              <a:rPr lang="en-US" altLang="zh-CN" sz="1200" b="1" dirty="0" smtClean="0">
                <a:solidFill>
                  <a:schemeClr val="accent1">
                    <a:lumMod val="75000"/>
                  </a:schemeClr>
                </a:solidFill>
                <a:latin typeface="+mj-lt"/>
                <a:ea typeface="+mj-ea"/>
              </a:rPr>
              <a:t>Kick-off</a:t>
            </a:r>
            <a:endParaRPr lang="zh-CN" altLang="en-US" sz="1200" b="1" dirty="0">
              <a:solidFill>
                <a:schemeClr val="accent1">
                  <a:lumMod val="75000"/>
                </a:schemeClr>
              </a:solidFill>
              <a:latin typeface="+mj-lt"/>
              <a:ea typeface="+mj-ea"/>
            </a:endParaRPr>
          </a:p>
        </p:txBody>
      </p:sp>
      <p:pic>
        <p:nvPicPr>
          <p:cNvPr id="61" name="Picture 83">
            <a:extLst>
              <a:ext uri="{FF2B5EF4-FFF2-40B4-BE49-F238E27FC236}">
                <a16:creationId xmlns="" xmlns:a16="http://schemas.microsoft.com/office/drawing/2014/main" id="{578178E6-A6D3-4E2E-A534-CB0C196B7FD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33903" y="517755"/>
            <a:ext cx="282415" cy="18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p:cNvPicPr>
            <a:picLocks noChangeAspect="1"/>
          </p:cNvPicPr>
          <p:nvPr/>
        </p:nvPicPr>
        <p:blipFill>
          <a:blip r:embed="rId5"/>
          <a:stretch>
            <a:fillRect/>
          </a:stretch>
        </p:blipFill>
        <p:spPr>
          <a:xfrm>
            <a:off x="138368" y="875231"/>
            <a:ext cx="11934825" cy="266700"/>
          </a:xfrm>
          <a:prstGeom prst="rect">
            <a:avLst/>
          </a:prstGeom>
        </p:spPr>
      </p:pic>
      <p:cxnSp>
        <p:nvCxnSpPr>
          <p:cNvPr id="66" name="Straight Connector 118">
            <a:extLst>
              <a:ext uri="{FF2B5EF4-FFF2-40B4-BE49-F238E27FC236}">
                <a16:creationId xmlns="" xmlns:a16="http://schemas.microsoft.com/office/drawing/2014/main" id="{ED304844-36D3-4B47-A1BA-28EBE7ED05EC}"/>
              </a:ext>
            </a:extLst>
          </p:cNvPr>
          <p:cNvCxnSpPr/>
          <p:nvPr/>
        </p:nvCxnSpPr>
        <p:spPr>
          <a:xfrm flipH="1">
            <a:off x="3044821" y="842185"/>
            <a:ext cx="36741" cy="5866959"/>
          </a:xfrm>
          <a:prstGeom prst="line">
            <a:avLst/>
          </a:prstGeom>
          <a:noFill/>
          <a:ln w="38100" cap="flat" cmpd="sng" algn="ctr">
            <a:solidFill>
              <a:srgbClr val="FF0000"/>
            </a:solidFill>
            <a:prstDash val="sysDot"/>
          </a:ln>
          <a:effectLst/>
        </p:spPr>
      </p:cxnSp>
      <p:sp>
        <p:nvSpPr>
          <p:cNvPr id="5" name="Rectangle 4"/>
          <p:cNvSpPr/>
          <p:nvPr/>
        </p:nvSpPr>
        <p:spPr>
          <a:xfrm>
            <a:off x="298367" y="840024"/>
            <a:ext cx="631904" cy="307777"/>
          </a:xfrm>
          <a:prstGeom prst="rect">
            <a:avLst/>
          </a:prstGeom>
          <a:noFill/>
        </p:spPr>
        <p:txBody>
          <a:bodyPr wrap="none" lIns="91440" tIns="45720" rIns="91440" bIns="45720">
            <a:spAutoFit/>
          </a:bodyPr>
          <a:lstStyle/>
          <a:p>
            <a:pPr algn="ctr"/>
            <a:r>
              <a:rPr lang="en-US" sz="1400" b="0" cap="none" spc="0" dirty="0" smtClean="0">
                <a:ln w="0"/>
                <a:solidFill>
                  <a:schemeClr val="tx1"/>
                </a:solidFill>
                <a:effectLst>
                  <a:outerShdw blurRad="38100" dist="19050" dir="2700000" algn="tl" rotWithShape="0">
                    <a:schemeClr val="dk1">
                      <a:alpha val="40000"/>
                    </a:schemeClr>
                  </a:outerShdw>
                </a:effectLst>
                <a:latin typeface="+mj-lt"/>
              </a:rPr>
              <a:t>09/09</a:t>
            </a:r>
            <a:endParaRPr lang="en-US" sz="1400" b="0" cap="none" spc="0" dirty="0">
              <a:ln w="0"/>
              <a:solidFill>
                <a:schemeClr val="tx1"/>
              </a:solidFill>
              <a:effectLst>
                <a:outerShdw blurRad="38100" dist="19050" dir="2700000" algn="tl" rotWithShape="0">
                  <a:schemeClr val="dk1">
                    <a:alpha val="40000"/>
                  </a:schemeClr>
                </a:outerShdw>
              </a:effectLst>
              <a:latin typeface="+mj-lt"/>
            </a:endParaRPr>
          </a:p>
        </p:txBody>
      </p:sp>
      <p:sp>
        <p:nvSpPr>
          <p:cNvPr id="73" name="Rectangle 72"/>
          <p:cNvSpPr/>
          <p:nvPr/>
        </p:nvSpPr>
        <p:spPr>
          <a:xfrm>
            <a:off x="1246109" y="848269"/>
            <a:ext cx="631904" cy="307777"/>
          </a:xfrm>
          <a:prstGeom prst="rect">
            <a:avLst/>
          </a:prstGeom>
          <a:noFill/>
        </p:spPr>
        <p:txBody>
          <a:bodyPr wrap="none" lIns="91440" tIns="45720" rIns="91440" bIns="45720">
            <a:spAutoFit/>
          </a:bodyPr>
          <a:lstStyle/>
          <a:p>
            <a:pPr algn="ctr"/>
            <a:r>
              <a:rPr lang="en-US" sz="1400" b="0" cap="none" spc="0" dirty="0" smtClean="0">
                <a:ln w="0"/>
                <a:solidFill>
                  <a:schemeClr val="tx1"/>
                </a:solidFill>
                <a:effectLst>
                  <a:outerShdw blurRad="38100" dist="19050" dir="2700000" algn="tl" rotWithShape="0">
                    <a:schemeClr val="dk1">
                      <a:alpha val="40000"/>
                    </a:schemeClr>
                  </a:outerShdw>
                </a:effectLst>
                <a:latin typeface="+mj-lt"/>
              </a:rPr>
              <a:t>09/12</a:t>
            </a:r>
            <a:endParaRPr lang="en-US" sz="1400" b="0" cap="none" spc="0" dirty="0">
              <a:ln w="0"/>
              <a:solidFill>
                <a:schemeClr val="tx1"/>
              </a:solidFill>
              <a:effectLst>
                <a:outerShdw blurRad="38100" dist="19050" dir="2700000" algn="tl" rotWithShape="0">
                  <a:schemeClr val="dk1">
                    <a:alpha val="40000"/>
                  </a:schemeClr>
                </a:outerShdw>
              </a:effectLst>
              <a:latin typeface="+mj-lt"/>
            </a:endParaRPr>
          </a:p>
        </p:txBody>
      </p:sp>
      <p:sp>
        <p:nvSpPr>
          <p:cNvPr id="75" name="Rectangle 74"/>
          <p:cNvSpPr/>
          <p:nvPr/>
        </p:nvSpPr>
        <p:spPr>
          <a:xfrm>
            <a:off x="10505459" y="850415"/>
            <a:ext cx="631904" cy="307777"/>
          </a:xfrm>
          <a:prstGeom prst="rect">
            <a:avLst/>
          </a:prstGeom>
          <a:noFill/>
        </p:spPr>
        <p:txBody>
          <a:bodyPr wrap="none" lIns="91440" tIns="45720" rIns="91440" bIns="45720">
            <a:spAutoFit/>
          </a:bodyPr>
          <a:lstStyle/>
          <a:p>
            <a:pPr algn="ctr"/>
            <a:r>
              <a:rPr lang="en-US" sz="1400" b="0" cap="none" spc="0" dirty="0" smtClean="0">
                <a:ln w="0"/>
                <a:solidFill>
                  <a:schemeClr val="tx1"/>
                </a:solidFill>
                <a:effectLst>
                  <a:outerShdw blurRad="38100" dist="19050" dir="2700000" algn="tl" rotWithShape="0">
                    <a:schemeClr val="dk1">
                      <a:alpha val="40000"/>
                    </a:schemeClr>
                  </a:outerShdw>
                </a:effectLst>
                <a:latin typeface="+mj-lt"/>
              </a:rPr>
              <a:t>01/30</a:t>
            </a:r>
            <a:endParaRPr lang="en-US" sz="1400" b="0" cap="none" spc="0" dirty="0">
              <a:ln w="0"/>
              <a:solidFill>
                <a:schemeClr val="tx1"/>
              </a:solidFill>
              <a:effectLst>
                <a:outerShdw blurRad="38100" dist="19050" dir="2700000" algn="tl" rotWithShape="0">
                  <a:schemeClr val="dk1">
                    <a:alpha val="40000"/>
                  </a:schemeClr>
                </a:outerShdw>
              </a:effectLst>
              <a:latin typeface="+mj-lt"/>
            </a:endParaRPr>
          </a:p>
        </p:txBody>
      </p:sp>
      <p:sp>
        <p:nvSpPr>
          <p:cNvPr id="76" name="Rectangle 75"/>
          <p:cNvSpPr/>
          <p:nvPr/>
        </p:nvSpPr>
        <p:spPr>
          <a:xfrm>
            <a:off x="2133353" y="849337"/>
            <a:ext cx="631904" cy="307777"/>
          </a:xfrm>
          <a:prstGeom prst="rect">
            <a:avLst/>
          </a:prstGeom>
          <a:noFill/>
        </p:spPr>
        <p:txBody>
          <a:bodyPr wrap="none" lIns="91440" tIns="45720" rIns="91440" bIns="45720">
            <a:spAutoFit/>
          </a:bodyPr>
          <a:lstStyle/>
          <a:p>
            <a:pPr algn="ctr"/>
            <a:r>
              <a:rPr lang="en-US" sz="1400" b="0" cap="none" spc="0" dirty="0" smtClean="0">
                <a:ln w="0"/>
                <a:solidFill>
                  <a:schemeClr val="tx1"/>
                </a:solidFill>
                <a:effectLst>
                  <a:outerShdw blurRad="38100" dist="19050" dir="2700000" algn="tl" rotWithShape="0">
                    <a:schemeClr val="dk1">
                      <a:alpha val="40000"/>
                    </a:schemeClr>
                  </a:outerShdw>
                </a:effectLst>
                <a:latin typeface="+mj-lt"/>
              </a:rPr>
              <a:t>09/15</a:t>
            </a:r>
            <a:endParaRPr lang="en-US" sz="1400" b="0" cap="none" spc="0" dirty="0">
              <a:ln w="0"/>
              <a:solidFill>
                <a:schemeClr val="tx1"/>
              </a:solidFill>
              <a:effectLst>
                <a:outerShdw blurRad="38100" dist="19050" dir="2700000" algn="tl" rotWithShape="0">
                  <a:schemeClr val="dk1">
                    <a:alpha val="40000"/>
                  </a:schemeClr>
                </a:outerShdw>
              </a:effectLst>
              <a:latin typeface="+mj-lt"/>
            </a:endParaRPr>
          </a:p>
        </p:txBody>
      </p:sp>
      <p:sp>
        <p:nvSpPr>
          <p:cNvPr id="77" name="Rectangle 76"/>
          <p:cNvSpPr/>
          <p:nvPr/>
        </p:nvSpPr>
        <p:spPr>
          <a:xfrm>
            <a:off x="3058276" y="853569"/>
            <a:ext cx="631904" cy="307777"/>
          </a:xfrm>
          <a:prstGeom prst="rect">
            <a:avLst/>
          </a:prstGeom>
          <a:noFill/>
        </p:spPr>
        <p:txBody>
          <a:bodyPr wrap="none" lIns="91440" tIns="45720" rIns="91440" bIns="45720">
            <a:spAutoFit/>
          </a:bodyPr>
          <a:lstStyle/>
          <a:p>
            <a:pPr algn="ctr"/>
            <a:r>
              <a:rPr lang="en-US" sz="1400" b="0" cap="none" spc="0" dirty="0" smtClean="0">
                <a:ln w="0"/>
                <a:solidFill>
                  <a:schemeClr val="tx1"/>
                </a:solidFill>
                <a:effectLst>
                  <a:outerShdw blurRad="38100" dist="19050" dir="2700000" algn="tl" rotWithShape="0">
                    <a:schemeClr val="dk1">
                      <a:alpha val="40000"/>
                    </a:schemeClr>
                  </a:outerShdw>
                </a:effectLst>
                <a:latin typeface="+mj-lt"/>
              </a:rPr>
              <a:t>09/18</a:t>
            </a:r>
            <a:endParaRPr lang="en-US" sz="1400" b="0" cap="none" spc="0" dirty="0">
              <a:ln w="0"/>
              <a:solidFill>
                <a:schemeClr val="tx1"/>
              </a:solidFill>
              <a:effectLst>
                <a:outerShdw blurRad="38100" dist="19050" dir="2700000" algn="tl" rotWithShape="0">
                  <a:schemeClr val="dk1">
                    <a:alpha val="40000"/>
                  </a:schemeClr>
                </a:outerShdw>
              </a:effectLst>
              <a:latin typeface="+mj-lt"/>
            </a:endParaRPr>
          </a:p>
        </p:txBody>
      </p:sp>
      <p:sp>
        <p:nvSpPr>
          <p:cNvPr id="46" name="Rectangle 45"/>
          <p:cNvSpPr/>
          <p:nvPr/>
        </p:nvSpPr>
        <p:spPr>
          <a:xfrm>
            <a:off x="3972416" y="856822"/>
            <a:ext cx="631904" cy="307777"/>
          </a:xfrm>
          <a:prstGeom prst="rect">
            <a:avLst/>
          </a:prstGeom>
          <a:noFill/>
        </p:spPr>
        <p:txBody>
          <a:bodyPr wrap="none" lIns="91440" tIns="45720" rIns="91440" bIns="45720">
            <a:spAutoFit/>
          </a:bodyPr>
          <a:lstStyle/>
          <a:p>
            <a:pPr algn="ctr"/>
            <a:r>
              <a:rPr lang="en-US" sz="1400" b="0" cap="none" spc="0" dirty="0" smtClean="0">
                <a:ln w="0"/>
                <a:solidFill>
                  <a:schemeClr val="tx1"/>
                </a:solidFill>
                <a:effectLst>
                  <a:outerShdw blurRad="38100" dist="19050" dir="2700000" algn="tl" rotWithShape="0">
                    <a:schemeClr val="dk1">
                      <a:alpha val="40000"/>
                    </a:schemeClr>
                  </a:outerShdw>
                </a:effectLst>
                <a:latin typeface="+mj-lt"/>
              </a:rPr>
              <a:t>09/20</a:t>
            </a:r>
            <a:endParaRPr lang="en-US" sz="1400" b="0" cap="none" spc="0" dirty="0">
              <a:ln w="0"/>
              <a:solidFill>
                <a:schemeClr val="tx1"/>
              </a:solidFill>
              <a:effectLst>
                <a:outerShdw blurRad="38100" dist="19050" dir="2700000" algn="tl" rotWithShape="0">
                  <a:schemeClr val="dk1">
                    <a:alpha val="40000"/>
                  </a:schemeClr>
                </a:outerShdw>
              </a:effectLst>
              <a:latin typeface="+mj-lt"/>
            </a:endParaRPr>
          </a:p>
        </p:txBody>
      </p:sp>
      <p:sp>
        <p:nvSpPr>
          <p:cNvPr id="50" name="Rectangle 49"/>
          <p:cNvSpPr/>
          <p:nvPr/>
        </p:nvSpPr>
        <p:spPr>
          <a:xfrm>
            <a:off x="7716946" y="856822"/>
            <a:ext cx="631904" cy="307777"/>
          </a:xfrm>
          <a:prstGeom prst="rect">
            <a:avLst/>
          </a:prstGeom>
          <a:noFill/>
        </p:spPr>
        <p:txBody>
          <a:bodyPr wrap="none" lIns="91440" tIns="45720" rIns="91440" bIns="45720">
            <a:spAutoFit/>
          </a:bodyPr>
          <a:lstStyle/>
          <a:p>
            <a:pPr algn="ctr"/>
            <a:r>
              <a:rPr lang="en-US" sz="1400" b="0" cap="none" spc="0" dirty="0" smtClean="0">
                <a:ln w="0"/>
                <a:solidFill>
                  <a:schemeClr val="tx1"/>
                </a:solidFill>
                <a:effectLst>
                  <a:outerShdw blurRad="38100" dist="19050" dir="2700000" algn="tl" rotWithShape="0">
                    <a:schemeClr val="dk1">
                      <a:alpha val="40000"/>
                    </a:schemeClr>
                  </a:outerShdw>
                </a:effectLst>
                <a:latin typeface="+mj-lt"/>
              </a:rPr>
              <a:t>01/04</a:t>
            </a:r>
            <a:endParaRPr lang="en-US" sz="1400" b="0" cap="none" spc="0" dirty="0">
              <a:ln w="0"/>
              <a:solidFill>
                <a:schemeClr val="tx1"/>
              </a:solidFill>
              <a:effectLst>
                <a:outerShdw blurRad="38100" dist="19050" dir="2700000" algn="tl" rotWithShape="0">
                  <a:schemeClr val="dk1">
                    <a:alpha val="40000"/>
                  </a:schemeClr>
                </a:outerShdw>
              </a:effectLst>
              <a:latin typeface="+mj-lt"/>
            </a:endParaRPr>
          </a:p>
        </p:txBody>
      </p:sp>
      <p:sp>
        <p:nvSpPr>
          <p:cNvPr id="57" name="Freeform 155">
            <a:extLst>
              <a:ext uri="{FF2B5EF4-FFF2-40B4-BE49-F238E27FC236}">
                <a16:creationId xmlns="" xmlns:a16="http://schemas.microsoft.com/office/drawing/2014/main" id="{1163ECA5-2E92-0E4A-D285-64F90E941E22}"/>
              </a:ext>
            </a:extLst>
          </p:cNvPr>
          <p:cNvSpPr/>
          <p:nvPr/>
        </p:nvSpPr>
        <p:spPr>
          <a:xfrm>
            <a:off x="5563695" y="4458556"/>
            <a:ext cx="2639779" cy="634142"/>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chemeClr val="bg2">
              <a:lumMod val="90000"/>
            </a:schemeClr>
          </a:solidFill>
          <a:ln w="9525">
            <a:solidFill>
              <a:schemeClr val="bg2">
                <a:lumMod val="90000"/>
              </a:schemeClr>
            </a:solidFill>
            <a:miter lim="800000"/>
            <a:headEnd/>
            <a:tailEnd/>
          </a:ln>
          <a:effectLst/>
        </p:spPr>
        <p:txBody>
          <a:bodyPr lIns="0" tIns="0" rIns="0" bIns="0" anchor="ctr">
            <a:noAutofit/>
          </a:bodyPr>
          <a:lstStyle/>
          <a:p>
            <a:pPr algn="ctr" defTabSz="503635">
              <a:buClr>
                <a:srgbClr val="000000"/>
              </a:buClr>
            </a:pPr>
            <a:endParaRPr lang="en-US" sz="1100" b="1" dirty="0">
              <a:latin typeface="+mj-lt"/>
              <a:ea typeface="+mj-ea"/>
            </a:endParaRPr>
          </a:p>
          <a:p>
            <a:pPr algn="ctr" defTabSz="503635">
              <a:buClr>
                <a:srgbClr val="000000"/>
              </a:buClr>
            </a:pPr>
            <a:r>
              <a:rPr lang="en-US" sz="1100" b="1" dirty="0">
                <a:latin typeface="+mj-lt"/>
                <a:ea typeface="+mj-ea"/>
              </a:rPr>
              <a:t>GRR：2026/01/08</a:t>
            </a:r>
          </a:p>
          <a:p>
            <a:pPr algn="ctr" defTabSz="503635">
              <a:buClr>
                <a:srgbClr val="000000"/>
              </a:buClr>
            </a:pPr>
            <a:r>
              <a:rPr lang="en-US" altLang="zh-CN" sz="1100" b="1" dirty="0">
                <a:latin typeface="+mj-lt"/>
                <a:ea typeface="+mj-ea"/>
              </a:rPr>
              <a:t>      Not </a:t>
            </a:r>
            <a:r>
              <a:rPr lang="en-US" altLang="zh-CN" sz="1100" b="1" dirty="0">
                <a:latin typeface="+mj-lt"/>
                <a:ea typeface="+mj-ea"/>
              </a:rPr>
              <a:t>started</a:t>
            </a:r>
            <a:endParaRPr lang="en-US" altLang="zh-CN" sz="1100" b="1" dirty="0">
              <a:latin typeface="+mj-lt"/>
              <a:ea typeface="+mj-ea"/>
            </a:endParaRPr>
          </a:p>
          <a:p>
            <a:pPr algn="ctr" defTabSz="503635">
              <a:buClr>
                <a:srgbClr val="000000"/>
              </a:buClr>
            </a:pPr>
            <a:endParaRPr lang="en-US" altLang="zh-CN" sz="1100" b="1" dirty="0">
              <a:latin typeface="+mj-lt"/>
              <a:ea typeface="+mj-ea"/>
            </a:endParaRPr>
          </a:p>
        </p:txBody>
      </p:sp>
      <p:sp>
        <p:nvSpPr>
          <p:cNvPr id="60" name="Rectangle 59"/>
          <p:cNvSpPr/>
          <p:nvPr/>
        </p:nvSpPr>
        <p:spPr>
          <a:xfrm>
            <a:off x="9577298" y="863282"/>
            <a:ext cx="631904" cy="307777"/>
          </a:xfrm>
          <a:prstGeom prst="rect">
            <a:avLst/>
          </a:prstGeom>
          <a:noFill/>
        </p:spPr>
        <p:txBody>
          <a:bodyPr wrap="none" lIns="91440" tIns="45720" rIns="91440" bIns="45720">
            <a:spAutoFit/>
          </a:bodyPr>
          <a:lstStyle/>
          <a:p>
            <a:pPr algn="ctr"/>
            <a:r>
              <a:rPr lang="en-US" sz="1400" b="0" cap="none" spc="0" dirty="0" smtClean="0">
                <a:ln w="0"/>
                <a:solidFill>
                  <a:schemeClr val="tx1"/>
                </a:solidFill>
                <a:effectLst>
                  <a:outerShdw blurRad="38100" dist="19050" dir="2700000" algn="tl" rotWithShape="0">
                    <a:schemeClr val="dk1">
                      <a:alpha val="40000"/>
                    </a:schemeClr>
                  </a:outerShdw>
                </a:effectLst>
                <a:latin typeface="+mj-lt"/>
              </a:rPr>
              <a:t>01/10</a:t>
            </a:r>
            <a:endParaRPr lang="en-US" sz="1400" b="0" cap="none" spc="0" dirty="0">
              <a:ln w="0"/>
              <a:solidFill>
                <a:schemeClr val="tx1"/>
              </a:solidFill>
              <a:effectLst>
                <a:outerShdw blurRad="38100" dist="19050" dir="2700000" algn="tl" rotWithShape="0">
                  <a:schemeClr val="dk1">
                    <a:alpha val="40000"/>
                  </a:schemeClr>
                </a:outerShdw>
              </a:effectLst>
              <a:latin typeface="+mj-lt"/>
            </a:endParaRPr>
          </a:p>
        </p:txBody>
      </p:sp>
      <p:sp>
        <p:nvSpPr>
          <p:cNvPr id="62" name="Freeform 155">
            <a:extLst>
              <a:ext uri="{FF2B5EF4-FFF2-40B4-BE49-F238E27FC236}">
                <a16:creationId xmlns="" xmlns:a16="http://schemas.microsoft.com/office/drawing/2014/main" id="{1163ECA5-2E92-0E4A-D285-64F90E941E22}"/>
              </a:ext>
            </a:extLst>
          </p:cNvPr>
          <p:cNvSpPr/>
          <p:nvPr/>
        </p:nvSpPr>
        <p:spPr>
          <a:xfrm>
            <a:off x="7727375" y="5929857"/>
            <a:ext cx="2199524" cy="629562"/>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chemeClr val="bg2">
              <a:lumMod val="90000"/>
            </a:schemeClr>
          </a:solidFill>
          <a:ln w="9525">
            <a:solidFill>
              <a:schemeClr val="bg2">
                <a:lumMod val="90000"/>
              </a:schemeClr>
            </a:solidFill>
            <a:miter lim="800000"/>
            <a:headEnd/>
            <a:tailEnd/>
          </a:ln>
          <a:effectLst/>
        </p:spPr>
        <p:txBody>
          <a:bodyPr lIns="0" tIns="0" rIns="0" bIns="0" anchor="ctr">
            <a:noAutofit/>
          </a:bodyPr>
          <a:lstStyle/>
          <a:p>
            <a:pPr algn="ctr" defTabSz="503635">
              <a:buClr>
                <a:srgbClr val="000000"/>
              </a:buClr>
            </a:pPr>
            <a:r>
              <a:rPr lang="en-US" altLang="zh-CN" sz="1100" b="1" dirty="0">
                <a:latin typeface="+mj-lt"/>
                <a:ea typeface="+mj-ea"/>
              </a:rPr>
              <a:t> Project </a:t>
            </a:r>
            <a:r>
              <a:rPr lang="en-US" sz="1100" b="1" dirty="0" smtClean="0">
                <a:latin typeface="+mj-lt"/>
                <a:ea typeface="+mj-ea"/>
              </a:rPr>
              <a:t>Exit：2026/02/17</a:t>
            </a:r>
            <a:endParaRPr lang="en-US" sz="1100" b="1" dirty="0">
              <a:latin typeface="+mj-lt"/>
              <a:ea typeface="+mj-ea"/>
            </a:endParaRPr>
          </a:p>
          <a:p>
            <a:pPr algn="ctr" defTabSz="503635">
              <a:buClr>
                <a:srgbClr val="000000"/>
              </a:buClr>
            </a:pPr>
            <a:r>
              <a:rPr lang="en-US" sz="1100" b="1" dirty="0">
                <a:latin typeface="+mj-lt"/>
                <a:ea typeface="+mj-ea"/>
              </a:rPr>
              <a:t>                   Not started </a:t>
            </a:r>
            <a:endParaRPr lang="en-US" sz="1100" b="1" dirty="0">
              <a:latin typeface="+mj-lt"/>
              <a:ea typeface="+mj-ea"/>
            </a:endParaRPr>
          </a:p>
        </p:txBody>
      </p:sp>
      <p:sp>
        <p:nvSpPr>
          <p:cNvPr id="47" name="Freeform 155">
            <a:extLst>
              <a:ext uri="{FF2B5EF4-FFF2-40B4-BE49-F238E27FC236}">
                <a16:creationId xmlns="" xmlns:a16="http://schemas.microsoft.com/office/drawing/2014/main" id="{1163ECA5-2E92-0E4A-D285-64F90E941E22}"/>
              </a:ext>
            </a:extLst>
          </p:cNvPr>
          <p:cNvSpPr/>
          <p:nvPr/>
        </p:nvSpPr>
        <p:spPr>
          <a:xfrm>
            <a:off x="3360780" y="2894935"/>
            <a:ext cx="2507702" cy="634142"/>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chemeClr val="bg2">
              <a:lumMod val="90000"/>
            </a:schemeClr>
          </a:solidFill>
          <a:ln w="9525">
            <a:solidFill>
              <a:schemeClr val="bg2">
                <a:lumMod val="90000"/>
              </a:schemeClr>
            </a:solidFill>
            <a:miter lim="800000"/>
            <a:headEnd/>
            <a:tailEnd/>
          </a:ln>
          <a:effectLst/>
        </p:spPr>
        <p:txBody>
          <a:bodyPr lIns="0" tIns="0" rIns="0" bIns="0" anchor="ctr">
            <a:noAutofit/>
          </a:bodyPr>
          <a:lstStyle/>
          <a:p>
            <a:pPr algn="ctr" defTabSz="503635">
              <a:buClr>
                <a:srgbClr val="000000"/>
              </a:buClr>
            </a:pPr>
            <a:r>
              <a:rPr lang="en-US" sz="1100" b="1" dirty="0">
                <a:latin typeface="+mj-lt"/>
                <a:ea typeface="+mj-ea"/>
              </a:rPr>
              <a:t>Realization ：2025/12/27</a:t>
            </a:r>
            <a:r>
              <a:rPr lang="en-US" sz="1100" b="1" dirty="0">
                <a:latin typeface="+mj-lt"/>
                <a:ea typeface="+mj-ea"/>
              </a:rPr>
              <a:t/>
            </a:r>
            <a:br>
              <a:rPr lang="en-US" sz="1100" b="1" dirty="0">
                <a:latin typeface="+mj-lt"/>
                <a:ea typeface="+mj-ea"/>
              </a:rPr>
            </a:br>
            <a:r>
              <a:rPr lang="en-US" altLang="zh-CN" sz="1100" b="1" dirty="0">
                <a:latin typeface="+mj-lt"/>
                <a:ea typeface="+mj-ea"/>
              </a:rPr>
              <a:t>      Not started</a:t>
            </a:r>
            <a:endParaRPr lang="en-US" altLang="zh-CN" sz="1100" b="1" dirty="0">
              <a:latin typeface="+mj-lt"/>
              <a:ea typeface="+mj-ea"/>
            </a:endParaRPr>
          </a:p>
        </p:txBody>
      </p:sp>
      <p:sp>
        <p:nvSpPr>
          <p:cNvPr id="3" name="Rectangle 2"/>
          <p:cNvSpPr/>
          <p:nvPr/>
        </p:nvSpPr>
        <p:spPr>
          <a:xfrm>
            <a:off x="4986573" y="823915"/>
            <a:ext cx="631904" cy="307777"/>
          </a:xfrm>
          <a:prstGeom prst="rect">
            <a:avLst/>
          </a:prstGeom>
        </p:spPr>
        <p:txBody>
          <a:bodyPr wrap="none">
            <a:spAutoFit/>
          </a:bodyPr>
          <a:lstStyle/>
          <a:p>
            <a:pPr algn="ctr"/>
            <a:r>
              <a:rPr lang="en-US" sz="1400" dirty="0" smtClean="0">
                <a:ln w="0"/>
                <a:effectLst>
                  <a:outerShdw blurRad="38100" dist="19050" dir="2700000" algn="tl" rotWithShape="0">
                    <a:schemeClr val="dk1">
                      <a:alpha val="40000"/>
                    </a:schemeClr>
                  </a:outerShdw>
                </a:effectLst>
              </a:rPr>
              <a:t>12</a:t>
            </a:r>
            <a:r>
              <a:rPr lang="en-US" sz="1400" dirty="0" smtClean="0">
                <a:ln w="0"/>
                <a:effectLst>
                  <a:outerShdw blurRad="38100" dist="19050" dir="2700000" algn="tl" rotWithShape="0">
                    <a:schemeClr val="dk1">
                      <a:alpha val="40000"/>
                    </a:schemeClr>
                  </a:outerShdw>
                </a:effectLst>
              </a:rPr>
              <a:t>/20</a:t>
            </a:r>
            <a:endParaRPr lang="en-US" sz="1400" dirty="0">
              <a:ln w="0"/>
              <a:effectLst>
                <a:outerShdw blurRad="38100" dist="19050" dir="2700000" algn="tl" rotWithShape="0">
                  <a:schemeClr val="dk1">
                    <a:alpha val="40000"/>
                  </a:schemeClr>
                </a:outerShdw>
              </a:effectLst>
            </a:endParaRPr>
          </a:p>
        </p:txBody>
      </p:sp>
      <p:sp>
        <p:nvSpPr>
          <p:cNvPr id="6" name="Rectangle 5"/>
          <p:cNvSpPr/>
          <p:nvPr/>
        </p:nvSpPr>
        <p:spPr>
          <a:xfrm>
            <a:off x="5868482" y="817491"/>
            <a:ext cx="631904" cy="307777"/>
          </a:xfrm>
          <a:prstGeom prst="rect">
            <a:avLst/>
          </a:prstGeom>
        </p:spPr>
        <p:txBody>
          <a:bodyPr wrap="none">
            <a:spAutoFit/>
          </a:bodyPr>
          <a:lstStyle/>
          <a:p>
            <a:pPr algn="ctr"/>
            <a:r>
              <a:rPr lang="en-US" sz="1400" dirty="0" smtClean="0">
                <a:ln w="0"/>
                <a:effectLst>
                  <a:outerShdw blurRad="38100" dist="19050" dir="2700000" algn="tl" rotWithShape="0">
                    <a:schemeClr val="dk1">
                      <a:alpha val="40000"/>
                    </a:schemeClr>
                  </a:outerShdw>
                </a:effectLst>
              </a:rPr>
              <a:t>12</a:t>
            </a:r>
            <a:r>
              <a:rPr lang="en-US" sz="1400" dirty="0" smtClean="0">
                <a:ln w="0"/>
                <a:effectLst>
                  <a:outerShdw blurRad="38100" dist="19050" dir="2700000" algn="tl" rotWithShape="0">
                    <a:schemeClr val="dk1">
                      <a:alpha val="40000"/>
                    </a:schemeClr>
                  </a:outerShdw>
                </a:effectLst>
              </a:rPr>
              <a:t>/20</a:t>
            </a:r>
            <a:endParaRPr lang="en-US" sz="1400" dirty="0">
              <a:ln w="0"/>
              <a:effectLst>
                <a:outerShdw blurRad="38100" dist="19050" dir="2700000" algn="tl" rotWithShape="0">
                  <a:schemeClr val="dk1">
                    <a:alpha val="40000"/>
                  </a:schemeClr>
                </a:outerShdw>
              </a:effectLst>
            </a:endParaRPr>
          </a:p>
        </p:txBody>
      </p:sp>
      <p:sp>
        <p:nvSpPr>
          <p:cNvPr id="7" name="Rectangle 6"/>
          <p:cNvSpPr/>
          <p:nvPr/>
        </p:nvSpPr>
        <p:spPr>
          <a:xfrm>
            <a:off x="6792433" y="817491"/>
            <a:ext cx="631904" cy="307777"/>
          </a:xfrm>
          <a:prstGeom prst="rect">
            <a:avLst/>
          </a:prstGeom>
        </p:spPr>
        <p:txBody>
          <a:bodyPr wrap="none">
            <a:spAutoFit/>
          </a:bodyPr>
          <a:lstStyle/>
          <a:p>
            <a:pPr algn="ctr"/>
            <a:r>
              <a:rPr lang="en-US" sz="1400" dirty="0" smtClean="0">
                <a:ln w="0"/>
                <a:effectLst>
                  <a:outerShdw blurRad="38100" dist="19050" dir="2700000" algn="tl" rotWithShape="0">
                    <a:schemeClr val="dk1">
                      <a:alpha val="40000"/>
                    </a:schemeClr>
                  </a:outerShdw>
                </a:effectLst>
              </a:rPr>
              <a:t>12</a:t>
            </a:r>
            <a:r>
              <a:rPr lang="en-US" sz="1400" dirty="0" smtClean="0">
                <a:ln w="0"/>
                <a:effectLst>
                  <a:outerShdw blurRad="38100" dist="19050" dir="2700000" algn="tl" rotWithShape="0">
                    <a:schemeClr val="dk1">
                      <a:alpha val="40000"/>
                    </a:schemeClr>
                  </a:outerShdw>
                </a:effectLst>
              </a:rPr>
              <a:t>/27</a:t>
            </a:r>
            <a:endParaRPr lang="en-US" sz="1400" dirty="0">
              <a:ln w="0"/>
              <a:effectLst>
                <a:outerShdw blurRad="38100" dist="19050" dir="2700000" algn="tl" rotWithShape="0">
                  <a:schemeClr val="dk1">
                    <a:alpha val="40000"/>
                  </a:schemeClr>
                </a:outerShdw>
              </a:effectLst>
            </a:endParaRPr>
          </a:p>
        </p:txBody>
      </p:sp>
      <p:sp>
        <p:nvSpPr>
          <p:cNvPr id="2" name="Rectangle 1"/>
          <p:cNvSpPr/>
          <p:nvPr/>
        </p:nvSpPr>
        <p:spPr>
          <a:xfrm>
            <a:off x="11188580" y="847500"/>
            <a:ext cx="897335" cy="338554"/>
          </a:xfrm>
          <a:prstGeom prst="rect">
            <a:avLst/>
          </a:prstGeom>
        </p:spPr>
        <p:txBody>
          <a:bodyPr wrap="square">
            <a:spAutoFit/>
          </a:bodyPr>
          <a:lstStyle/>
          <a:p>
            <a:pPr algn="ctr"/>
            <a:r>
              <a:rPr lang="en-US" sz="1600" dirty="0" smtClean="0">
                <a:ln w="0"/>
                <a:effectLst>
                  <a:outerShdw blurRad="38100" dist="19050" dir="2700000" algn="tl" rotWithShape="0">
                    <a:schemeClr val="dk1">
                      <a:alpha val="40000"/>
                    </a:schemeClr>
                  </a:outerShdw>
                </a:effectLst>
              </a:rPr>
              <a:t>02/17</a:t>
            </a:r>
            <a:endParaRPr lang="en-US" sz="1600" dirty="0">
              <a:ln w="0"/>
              <a:effectLst>
                <a:outerShdw blurRad="38100" dist="19050" dir="2700000" algn="tl" rotWithShape="0">
                  <a:schemeClr val="dk1">
                    <a:alpha val="40000"/>
                  </a:schemeClr>
                </a:outerShdw>
              </a:effectLst>
            </a:endParaRPr>
          </a:p>
        </p:txBody>
      </p:sp>
      <p:sp>
        <p:nvSpPr>
          <p:cNvPr id="63" name="Rectangle 62"/>
          <p:cNvSpPr/>
          <p:nvPr/>
        </p:nvSpPr>
        <p:spPr>
          <a:xfrm>
            <a:off x="8656027" y="848269"/>
            <a:ext cx="631904" cy="307777"/>
          </a:xfrm>
          <a:prstGeom prst="rect">
            <a:avLst/>
          </a:prstGeom>
          <a:noFill/>
        </p:spPr>
        <p:txBody>
          <a:bodyPr wrap="none" lIns="91440" tIns="45720" rIns="91440" bIns="45720">
            <a:spAutoFit/>
          </a:bodyPr>
          <a:lstStyle/>
          <a:p>
            <a:pPr algn="ctr"/>
            <a:r>
              <a:rPr lang="en-US" sz="1400" b="0" cap="none" spc="0" dirty="0" smtClean="0">
                <a:ln w="0"/>
                <a:solidFill>
                  <a:schemeClr val="tx1"/>
                </a:solidFill>
                <a:effectLst>
                  <a:outerShdw blurRad="38100" dist="19050" dir="2700000" algn="tl" rotWithShape="0">
                    <a:schemeClr val="dk1">
                      <a:alpha val="40000"/>
                    </a:schemeClr>
                  </a:outerShdw>
                </a:effectLst>
                <a:latin typeface="+mj-lt"/>
              </a:rPr>
              <a:t>01/08</a:t>
            </a:r>
            <a:endParaRPr lang="en-US" sz="1400" b="0" cap="none" spc="0" dirty="0">
              <a:ln w="0"/>
              <a:solidFill>
                <a:schemeClr val="tx1"/>
              </a:solidFill>
              <a:effectLst>
                <a:outerShdw blurRad="38100" dist="19050" dir="2700000" algn="tl" rotWithShape="0">
                  <a:schemeClr val="dk1">
                    <a:alpha val="40000"/>
                  </a:schemeClr>
                </a:outerShdw>
              </a:effectLst>
              <a:latin typeface="+mj-lt"/>
            </a:endParaRPr>
          </a:p>
        </p:txBody>
      </p:sp>
    </p:spTree>
    <p:extLst>
      <p:ext uri="{BB962C8B-B14F-4D97-AF65-F5344CB8AC3E}">
        <p14:creationId xmlns:p14="http://schemas.microsoft.com/office/powerpoint/2010/main" val="32069110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alpha val="77000"/>
          </a:schemeClr>
        </a:solidFill>
        <a:effectLst/>
      </p:bgPr>
    </p:bg>
    <p:spTree>
      <p:nvGrpSpPr>
        <p:cNvPr id="1" name=""/>
        <p:cNvGrpSpPr/>
        <p:nvPr/>
      </p:nvGrpSpPr>
      <p:grpSpPr>
        <a:xfrm>
          <a:off x="0" y="0"/>
          <a:ext cx="0" cy="0"/>
          <a:chOff x="0" y="0"/>
          <a:chExt cx="0" cy="0"/>
        </a:xfrm>
      </p:grpSpPr>
      <p:sp>
        <p:nvSpPr>
          <p:cNvPr id="5" name="Rounded Rectangle 4"/>
          <p:cNvSpPr/>
          <p:nvPr/>
        </p:nvSpPr>
        <p:spPr>
          <a:xfrm>
            <a:off x="4691084" y="172365"/>
            <a:ext cx="2305050" cy="421724"/>
          </a:xfrm>
          <a:prstGeom prst="roundRect">
            <a:avLst/>
          </a:prstGeom>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p:sp>
        <p:nvSpPr>
          <p:cNvPr id="7" name="Rounded Rectangle 6"/>
          <p:cNvSpPr/>
          <p:nvPr/>
        </p:nvSpPr>
        <p:spPr>
          <a:xfrm>
            <a:off x="4910159" y="372390"/>
            <a:ext cx="2305050" cy="421724"/>
          </a:xfrm>
          <a:prstGeom prst="roundRect">
            <a:avLst/>
          </a:prstGeom>
          <a:ln/>
          <a:effectLst>
            <a:outerShdw blurRad="50800" dist="38100" dir="10800000" algn="r" rotWithShape="0">
              <a:prstClr val="black">
                <a:alpha val="40000"/>
              </a:prstClr>
            </a:outerShdw>
          </a:effectLst>
          <a:scene3d>
            <a:camera prst="orthographicFront"/>
            <a:lightRig rig="threePt" dir="t"/>
          </a:scene3d>
          <a:sp3d>
            <a:bevelT/>
          </a:sp3d>
        </p:spPr>
        <p:style>
          <a:lnRef idx="2">
            <a:schemeClr val="accent2"/>
          </a:lnRef>
          <a:fillRef idx="1">
            <a:schemeClr val="lt1"/>
          </a:fillRef>
          <a:effectRef idx="0">
            <a:schemeClr val="accent2"/>
          </a:effectRef>
          <a:fontRef idx="minor">
            <a:schemeClr val="dk1"/>
          </a:fontRef>
        </p:style>
        <p:txBody>
          <a:bodyPr rtlCol="0" anchor="ctr"/>
          <a:lstStyle/>
          <a:p>
            <a:pPr algn="ctr"/>
            <a:r>
              <a:rPr lang="en-GB" dirty="0" smtClean="0"/>
              <a:t>Project Team</a:t>
            </a:r>
            <a:endParaRPr lang="en-IN" dirty="0"/>
          </a:p>
        </p:txBody>
      </p:sp>
      <p:sp>
        <p:nvSpPr>
          <p:cNvPr id="8" name="Rounded Rectangle 7"/>
          <p:cNvSpPr/>
          <p:nvPr/>
        </p:nvSpPr>
        <p:spPr>
          <a:xfrm>
            <a:off x="723305" y="1702507"/>
            <a:ext cx="2305050" cy="350802"/>
          </a:xfrm>
          <a:prstGeom prst="roundRect">
            <a:avLst/>
          </a:prstGeom>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9" name="Rounded Rectangle 8"/>
          <p:cNvSpPr/>
          <p:nvPr/>
        </p:nvSpPr>
        <p:spPr>
          <a:xfrm>
            <a:off x="804268" y="1903429"/>
            <a:ext cx="2305050" cy="350803"/>
          </a:xfrm>
          <a:prstGeom prst="roundRect">
            <a:avLst/>
          </a:prstGeom>
          <a:ln/>
          <a:effectLst>
            <a:outerShdw blurRad="50800" dist="38100" dir="10800000" algn="r" rotWithShape="0">
              <a:prstClr val="black">
                <a:alpha val="40000"/>
              </a:prstClr>
            </a:outerShdw>
          </a:effectLst>
          <a:scene3d>
            <a:camera prst="orthographicFront"/>
            <a:lightRig rig="threePt" dir="t"/>
          </a:scene3d>
          <a:sp3d>
            <a:bevelT/>
          </a:sp3d>
        </p:spPr>
        <p:style>
          <a:lnRef idx="2">
            <a:schemeClr val="accent3"/>
          </a:lnRef>
          <a:fillRef idx="1">
            <a:schemeClr val="lt1"/>
          </a:fillRef>
          <a:effectRef idx="0">
            <a:schemeClr val="accent3"/>
          </a:effectRef>
          <a:fontRef idx="minor">
            <a:schemeClr val="dk1"/>
          </a:fontRef>
        </p:style>
        <p:txBody>
          <a:bodyPr rtlCol="0" anchor="ctr"/>
          <a:lstStyle/>
          <a:p>
            <a:pPr algn="ctr"/>
            <a:r>
              <a:rPr lang="en-GB" sz="1600" dirty="0" smtClean="0"/>
              <a:t>Project Manager</a:t>
            </a:r>
            <a:endParaRPr lang="en-IN" sz="1600" dirty="0"/>
          </a:p>
        </p:txBody>
      </p:sp>
      <p:sp>
        <p:nvSpPr>
          <p:cNvPr id="10" name="Rounded Rectangle 9"/>
          <p:cNvSpPr/>
          <p:nvPr/>
        </p:nvSpPr>
        <p:spPr>
          <a:xfrm>
            <a:off x="327435" y="3403037"/>
            <a:ext cx="1343025" cy="407587"/>
          </a:xfrm>
          <a:prstGeom prst="roundRect">
            <a:avLst/>
          </a:prstGeom>
          <a:gradFill>
            <a:gsLst>
              <a:gs pos="0">
                <a:srgbClr val="92D050"/>
              </a:gs>
              <a:gs pos="50000">
                <a:srgbClr val="00B050">
                  <a:alpha val="56000"/>
                </a:srgbClr>
              </a:gs>
              <a:gs pos="100000">
                <a:srgbClr val="92D050"/>
              </a:gs>
            </a:gsLst>
            <a:lin ang="5400000" scaled="0"/>
          </a:gradFill>
          <a:ln>
            <a:solidFill>
              <a:srgbClr val="00B050"/>
            </a:solidFill>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sp>
        <p:nvSpPr>
          <p:cNvPr id="11" name="Rounded Rectangle 10"/>
          <p:cNvSpPr/>
          <p:nvPr/>
        </p:nvSpPr>
        <p:spPr>
          <a:xfrm>
            <a:off x="546510" y="3603062"/>
            <a:ext cx="1343025" cy="407587"/>
          </a:xfrm>
          <a:prstGeom prst="roundRect">
            <a:avLst/>
          </a:prstGeom>
          <a:ln>
            <a:solidFill>
              <a:srgbClr val="00B050"/>
            </a:solidFill>
          </a:ln>
          <a:effectLst>
            <a:outerShdw blurRad="50800" dist="38100" dir="10800000" algn="r" rotWithShape="0">
              <a:prstClr val="black">
                <a:alpha val="40000"/>
              </a:prstClr>
            </a:outerShdw>
          </a:effectLst>
          <a:scene3d>
            <a:camera prst="orthographicFront"/>
            <a:lightRig rig="threePt" dir="t"/>
          </a:scene3d>
          <a:sp3d>
            <a:bevelT/>
          </a:sp3d>
        </p:spPr>
        <p:style>
          <a:lnRef idx="2">
            <a:schemeClr val="accent1"/>
          </a:lnRef>
          <a:fillRef idx="1">
            <a:schemeClr val="lt1"/>
          </a:fillRef>
          <a:effectRef idx="0">
            <a:schemeClr val="accent1"/>
          </a:effectRef>
          <a:fontRef idx="minor">
            <a:schemeClr val="dk1"/>
          </a:fontRef>
        </p:style>
        <p:txBody>
          <a:bodyPr rtlCol="0" anchor="ctr"/>
          <a:lstStyle/>
          <a:p>
            <a:pPr algn="ctr"/>
            <a:r>
              <a:rPr lang="en-GB" sz="1600" dirty="0" smtClean="0"/>
              <a:t>Manohar</a:t>
            </a:r>
            <a:r>
              <a:rPr lang="en-GB" sz="1600" dirty="0" smtClean="0"/>
              <a:t>-G</a:t>
            </a:r>
            <a:endParaRPr lang="en-IN" sz="1600" dirty="0"/>
          </a:p>
        </p:txBody>
      </p:sp>
      <p:sp>
        <p:nvSpPr>
          <p:cNvPr id="12" name="Rounded Rectangle 11"/>
          <p:cNvSpPr/>
          <p:nvPr/>
        </p:nvSpPr>
        <p:spPr>
          <a:xfrm>
            <a:off x="4671418" y="1711710"/>
            <a:ext cx="2305050" cy="307814"/>
          </a:xfrm>
          <a:prstGeom prst="roundRect">
            <a:avLst/>
          </a:prstGeom>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13" name="Rounded Rectangle 12"/>
          <p:cNvSpPr/>
          <p:nvPr/>
        </p:nvSpPr>
        <p:spPr>
          <a:xfrm>
            <a:off x="4890493" y="1911735"/>
            <a:ext cx="2305050" cy="307814"/>
          </a:xfrm>
          <a:prstGeom prst="roundRect">
            <a:avLst/>
          </a:prstGeom>
          <a:ln/>
          <a:effectLst>
            <a:outerShdw blurRad="50800" dist="38100" dir="10800000" algn="r" rotWithShape="0">
              <a:prstClr val="black">
                <a:alpha val="40000"/>
              </a:prstClr>
            </a:outerShdw>
          </a:effectLst>
          <a:scene3d>
            <a:camera prst="orthographicFront"/>
            <a:lightRig rig="threePt" dir="t"/>
          </a:scene3d>
          <a:sp3d>
            <a:bevelT/>
          </a:sp3d>
        </p:spPr>
        <p:style>
          <a:lnRef idx="2">
            <a:schemeClr val="accent3"/>
          </a:lnRef>
          <a:fillRef idx="1">
            <a:schemeClr val="lt1"/>
          </a:fillRef>
          <a:effectRef idx="0">
            <a:schemeClr val="accent3"/>
          </a:effectRef>
          <a:fontRef idx="minor">
            <a:schemeClr val="dk1"/>
          </a:fontRef>
        </p:style>
        <p:txBody>
          <a:bodyPr rtlCol="0" anchor="ctr"/>
          <a:lstStyle/>
          <a:p>
            <a:pPr algn="ctr"/>
            <a:r>
              <a:rPr lang="en-GB" sz="1400" dirty="0" smtClean="0"/>
              <a:t>Supporting Team </a:t>
            </a:r>
            <a:endParaRPr lang="en-IN" sz="1400" dirty="0"/>
          </a:p>
        </p:txBody>
      </p:sp>
      <p:sp>
        <p:nvSpPr>
          <p:cNvPr id="14" name="Rounded Rectangle 13"/>
          <p:cNvSpPr/>
          <p:nvPr/>
        </p:nvSpPr>
        <p:spPr>
          <a:xfrm>
            <a:off x="2114560" y="3405693"/>
            <a:ext cx="1490068" cy="407587"/>
          </a:xfrm>
          <a:prstGeom prst="roundRect">
            <a:avLst/>
          </a:prstGeom>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sp>
        <p:nvSpPr>
          <p:cNvPr id="15" name="Rounded Rectangle 14"/>
          <p:cNvSpPr/>
          <p:nvPr/>
        </p:nvSpPr>
        <p:spPr>
          <a:xfrm>
            <a:off x="2333635" y="3605718"/>
            <a:ext cx="1490068" cy="407587"/>
          </a:xfrm>
          <a:prstGeom prst="roundRect">
            <a:avLst/>
          </a:prstGeom>
          <a:ln/>
          <a:effectLst>
            <a:outerShdw blurRad="50800" dist="38100" dir="10800000" algn="r" rotWithShape="0">
              <a:prstClr val="black">
                <a:alpha val="40000"/>
              </a:prstClr>
            </a:outerShdw>
          </a:effectLst>
          <a:scene3d>
            <a:camera prst="orthographicFront"/>
            <a:lightRig rig="threePt" dir="t"/>
          </a:scene3d>
          <a:sp3d>
            <a:bevelT/>
          </a:sp3d>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smtClean="0"/>
              <a:t>I</a:t>
            </a:r>
            <a:r>
              <a:rPr lang="en-GB" sz="1600" dirty="0" smtClean="0"/>
              <a:t>T</a:t>
            </a:r>
            <a:endParaRPr lang="en-IN" sz="1600" dirty="0"/>
          </a:p>
        </p:txBody>
      </p:sp>
      <p:sp>
        <p:nvSpPr>
          <p:cNvPr id="16" name="Rounded Rectangle 15"/>
          <p:cNvSpPr/>
          <p:nvPr/>
        </p:nvSpPr>
        <p:spPr>
          <a:xfrm>
            <a:off x="9057681" y="1677883"/>
            <a:ext cx="2305050" cy="347563"/>
          </a:xfrm>
          <a:prstGeom prst="roundRect">
            <a:avLst/>
          </a:prstGeom>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17" name="Rounded Rectangle 16"/>
          <p:cNvSpPr/>
          <p:nvPr/>
        </p:nvSpPr>
        <p:spPr>
          <a:xfrm>
            <a:off x="9276756" y="1877908"/>
            <a:ext cx="2305050" cy="461265"/>
          </a:xfrm>
          <a:prstGeom prst="roundRect">
            <a:avLst/>
          </a:prstGeom>
          <a:ln/>
          <a:effectLst>
            <a:outerShdw blurRad="50800" dist="38100" dir="10800000" algn="r" rotWithShape="0">
              <a:prstClr val="black">
                <a:alpha val="40000"/>
              </a:prstClr>
            </a:outerShdw>
          </a:effectLst>
          <a:scene3d>
            <a:camera prst="orthographicFront"/>
            <a:lightRig rig="threePt" dir="t"/>
          </a:scene3d>
          <a:sp3d>
            <a:bevelT/>
          </a:sp3d>
        </p:spPr>
        <p:style>
          <a:lnRef idx="2">
            <a:schemeClr val="accent3"/>
          </a:lnRef>
          <a:fillRef idx="1">
            <a:schemeClr val="lt1"/>
          </a:fillRef>
          <a:effectRef idx="0">
            <a:schemeClr val="accent3"/>
          </a:effectRef>
          <a:fontRef idx="minor">
            <a:schemeClr val="dk1"/>
          </a:fontRef>
        </p:style>
        <p:txBody>
          <a:bodyPr rtlCol="0" anchor="ctr"/>
          <a:lstStyle/>
          <a:p>
            <a:pPr algn="ctr"/>
            <a:r>
              <a:rPr lang="en-GB" sz="1600" dirty="0"/>
              <a:t>Project Development Team </a:t>
            </a:r>
            <a:endParaRPr lang="en-IN" sz="1600" dirty="0"/>
          </a:p>
        </p:txBody>
      </p:sp>
      <p:sp>
        <p:nvSpPr>
          <p:cNvPr id="18" name="Rounded Rectangle 17"/>
          <p:cNvSpPr/>
          <p:nvPr/>
        </p:nvSpPr>
        <p:spPr>
          <a:xfrm>
            <a:off x="4223753" y="3403036"/>
            <a:ext cx="1685925" cy="420438"/>
          </a:xfrm>
          <a:prstGeom prst="roundRect">
            <a:avLst/>
          </a:prstGeom>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sp>
        <p:nvSpPr>
          <p:cNvPr id="19" name="Rounded Rectangle 18"/>
          <p:cNvSpPr/>
          <p:nvPr/>
        </p:nvSpPr>
        <p:spPr>
          <a:xfrm>
            <a:off x="4442828" y="3603061"/>
            <a:ext cx="1685925" cy="420438"/>
          </a:xfrm>
          <a:prstGeom prst="roundRect">
            <a:avLst/>
          </a:prstGeom>
          <a:ln/>
          <a:effectLst>
            <a:outerShdw blurRad="50800" dist="38100" dir="10800000" algn="r" rotWithShape="0">
              <a:prstClr val="black">
                <a:alpha val="40000"/>
              </a:prstClr>
            </a:outerShdw>
          </a:effectLst>
          <a:scene3d>
            <a:camera prst="orthographicFront"/>
            <a:lightRig rig="threePt" dir="t"/>
          </a:scene3d>
          <a:sp3d>
            <a:bevelT/>
          </a:sp3d>
        </p:spPr>
        <p:style>
          <a:lnRef idx="2">
            <a:schemeClr val="accent1"/>
          </a:lnRef>
          <a:fillRef idx="1">
            <a:schemeClr val="lt1"/>
          </a:fillRef>
          <a:effectRef idx="0">
            <a:schemeClr val="accent1"/>
          </a:effectRef>
          <a:fontRef idx="minor">
            <a:schemeClr val="dk1"/>
          </a:fontRef>
        </p:style>
        <p:txBody>
          <a:bodyPr rtlCol="0" anchor="ctr"/>
          <a:lstStyle/>
          <a:p>
            <a:pPr algn="ctr"/>
            <a:r>
              <a:rPr lang="en-GB" sz="1600" dirty="0" smtClean="0"/>
              <a:t>Planning </a:t>
            </a:r>
            <a:endParaRPr lang="en-IN" sz="1600" dirty="0"/>
          </a:p>
        </p:txBody>
      </p:sp>
      <p:sp>
        <p:nvSpPr>
          <p:cNvPr id="20" name="Rounded Rectangle 19"/>
          <p:cNvSpPr/>
          <p:nvPr/>
        </p:nvSpPr>
        <p:spPr>
          <a:xfrm>
            <a:off x="6404385" y="3403037"/>
            <a:ext cx="1367431" cy="410244"/>
          </a:xfrm>
          <a:prstGeom prst="roundRect">
            <a:avLst/>
          </a:prstGeom>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sp>
        <p:nvSpPr>
          <p:cNvPr id="21" name="Rounded Rectangle 20"/>
          <p:cNvSpPr/>
          <p:nvPr/>
        </p:nvSpPr>
        <p:spPr>
          <a:xfrm>
            <a:off x="6623460" y="3603062"/>
            <a:ext cx="1367431" cy="410244"/>
          </a:xfrm>
          <a:prstGeom prst="roundRect">
            <a:avLst/>
          </a:prstGeom>
          <a:ln/>
          <a:effectLst>
            <a:outerShdw blurRad="50800" dist="38100" dir="10800000" algn="r" rotWithShape="0">
              <a:prstClr val="black">
                <a:alpha val="40000"/>
              </a:prstClr>
            </a:outerShdw>
          </a:effectLst>
          <a:scene3d>
            <a:camera prst="orthographicFront"/>
            <a:lightRig rig="threePt" dir="t"/>
          </a:scene3d>
          <a:sp3d>
            <a:bevelT/>
          </a:sp3d>
        </p:spPr>
        <p:style>
          <a:lnRef idx="2">
            <a:schemeClr val="accent1"/>
          </a:lnRef>
          <a:fillRef idx="1">
            <a:schemeClr val="lt1"/>
          </a:fillRef>
          <a:effectRef idx="0">
            <a:schemeClr val="accent1"/>
          </a:effectRef>
          <a:fontRef idx="minor">
            <a:schemeClr val="dk1"/>
          </a:fontRef>
        </p:style>
        <p:txBody>
          <a:bodyPr rtlCol="0" anchor="ctr"/>
          <a:lstStyle/>
          <a:p>
            <a:pPr algn="ctr"/>
            <a:r>
              <a:rPr lang="en-GB" sz="1600" dirty="0" smtClean="0"/>
              <a:t>Purchase </a:t>
            </a:r>
            <a:endParaRPr lang="en-IN" sz="1600" dirty="0"/>
          </a:p>
        </p:txBody>
      </p:sp>
      <p:sp>
        <p:nvSpPr>
          <p:cNvPr id="22" name="Rounded Rectangle 21"/>
          <p:cNvSpPr/>
          <p:nvPr/>
        </p:nvSpPr>
        <p:spPr>
          <a:xfrm>
            <a:off x="10182235" y="3403036"/>
            <a:ext cx="1513881" cy="420438"/>
          </a:xfrm>
          <a:prstGeom prst="roundRect">
            <a:avLst/>
          </a:prstGeom>
          <a:gradFill>
            <a:gsLst>
              <a:gs pos="0">
                <a:srgbClr val="92D050"/>
              </a:gs>
              <a:gs pos="50000">
                <a:srgbClr val="00B050">
                  <a:alpha val="56000"/>
                </a:srgbClr>
              </a:gs>
              <a:gs pos="100000">
                <a:srgbClr val="92D050"/>
              </a:gs>
            </a:gsLst>
            <a:lin ang="5400000" scaled="0"/>
          </a:gradFill>
          <a:ln>
            <a:solidFill>
              <a:srgbClr val="00B050"/>
            </a:solidFill>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sp>
        <p:nvSpPr>
          <p:cNvPr id="23" name="Rounded Rectangle 22"/>
          <p:cNvSpPr/>
          <p:nvPr/>
        </p:nvSpPr>
        <p:spPr>
          <a:xfrm>
            <a:off x="10401310" y="3603061"/>
            <a:ext cx="1513881" cy="420438"/>
          </a:xfrm>
          <a:prstGeom prst="roundRect">
            <a:avLst/>
          </a:prstGeom>
          <a:ln>
            <a:solidFill>
              <a:srgbClr val="00B050"/>
            </a:solidFill>
          </a:ln>
          <a:effectLst>
            <a:outerShdw blurRad="50800" dist="38100" dir="10800000" algn="r" rotWithShape="0">
              <a:prstClr val="black">
                <a:alpha val="40000"/>
              </a:prstClr>
            </a:outerShdw>
          </a:effectLst>
          <a:scene3d>
            <a:camera prst="orthographicFront"/>
            <a:lightRig rig="threePt" dir="t"/>
          </a:scene3d>
          <a:sp3d>
            <a:bevelT/>
          </a:sp3d>
        </p:spPr>
        <p:style>
          <a:lnRef idx="2">
            <a:schemeClr val="accent1"/>
          </a:lnRef>
          <a:fillRef idx="1">
            <a:schemeClr val="lt1"/>
          </a:fillRef>
          <a:effectRef idx="0">
            <a:schemeClr val="accent1"/>
          </a:effectRef>
          <a:fontRef idx="minor">
            <a:schemeClr val="dk1"/>
          </a:fontRef>
        </p:style>
        <p:txBody>
          <a:bodyPr rtlCol="0" anchor="ctr"/>
          <a:lstStyle/>
          <a:p>
            <a:pPr algn="ctr"/>
            <a:r>
              <a:rPr lang="en-GB" sz="1600" dirty="0"/>
              <a:t>Manohar-G</a:t>
            </a:r>
            <a:endParaRPr lang="en-IN" sz="1600" dirty="0"/>
          </a:p>
        </p:txBody>
      </p:sp>
      <p:sp>
        <p:nvSpPr>
          <p:cNvPr id="24" name="Rounded Rectangle 23"/>
          <p:cNvSpPr/>
          <p:nvPr/>
        </p:nvSpPr>
        <p:spPr>
          <a:xfrm>
            <a:off x="6852061" y="4946434"/>
            <a:ext cx="1529951" cy="421521"/>
          </a:xfrm>
          <a:prstGeom prst="roundRect">
            <a:avLst/>
          </a:prstGeom>
          <a:gradFill>
            <a:gsLst>
              <a:gs pos="0">
                <a:srgbClr val="92D050"/>
              </a:gs>
              <a:gs pos="50000">
                <a:srgbClr val="00B050">
                  <a:alpha val="56000"/>
                </a:srgbClr>
              </a:gs>
              <a:gs pos="100000">
                <a:srgbClr val="92D050"/>
              </a:gs>
            </a:gsLst>
            <a:lin ang="5400000" scaled="0"/>
          </a:gradFill>
          <a:ln>
            <a:solidFill>
              <a:srgbClr val="00B050"/>
            </a:solidFill>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solidFill>
                <a:schemeClr val="dk1"/>
              </a:solidFill>
            </a:endParaRPr>
          </a:p>
        </p:txBody>
      </p:sp>
      <p:sp>
        <p:nvSpPr>
          <p:cNvPr id="25" name="Rounded Rectangle 24"/>
          <p:cNvSpPr/>
          <p:nvPr/>
        </p:nvSpPr>
        <p:spPr>
          <a:xfrm>
            <a:off x="7071136" y="5146459"/>
            <a:ext cx="1529951" cy="485387"/>
          </a:xfrm>
          <a:prstGeom prst="roundRect">
            <a:avLst/>
          </a:prstGeom>
          <a:ln>
            <a:solidFill>
              <a:srgbClr val="00B050"/>
            </a:solidFill>
          </a:ln>
          <a:effectLst>
            <a:outerShdw blurRad="50800" dist="38100" dir="10800000" algn="r" rotWithShape="0">
              <a:prstClr val="black">
                <a:alpha val="40000"/>
              </a:prstClr>
            </a:outerShdw>
          </a:effectLst>
          <a:scene3d>
            <a:camera prst="orthographicFront"/>
            <a:lightRig rig="threePt" dir="t"/>
          </a:scene3d>
          <a:sp3d>
            <a:bevelT/>
          </a:sp3d>
        </p:spPr>
        <p:style>
          <a:lnRef idx="2">
            <a:schemeClr val="accent2"/>
          </a:lnRef>
          <a:fillRef idx="1">
            <a:schemeClr val="lt1"/>
          </a:fillRef>
          <a:effectRef idx="0">
            <a:schemeClr val="accent2"/>
          </a:effectRef>
          <a:fontRef idx="minor">
            <a:schemeClr val="dk1"/>
          </a:fontRef>
        </p:style>
        <p:txBody>
          <a:bodyPr rtlCol="0" anchor="ctr"/>
          <a:lstStyle/>
          <a:p>
            <a:pPr algn="ctr"/>
            <a:r>
              <a:rPr lang="en-GB" sz="1600" dirty="0" smtClean="0"/>
              <a:t>Derek-yang</a:t>
            </a:r>
            <a:endParaRPr lang="en-IN" sz="1600" dirty="0"/>
          </a:p>
        </p:txBody>
      </p:sp>
      <p:sp>
        <p:nvSpPr>
          <p:cNvPr id="26" name="Rounded Rectangle 25"/>
          <p:cNvSpPr/>
          <p:nvPr/>
        </p:nvSpPr>
        <p:spPr>
          <a:xfrm>
            <a:off x="1608569" y="4962480"/>
            <a:ext cx="1753788" cy="422604"/>
          </a:xfrm>
          <a:prstGeom prst="roundRect">
            <a:avLst/>
          </a:prstGeom>
          <a:gradFill>
            <a:gsLst>
              <a:gs pos="0">
                <a:srgbClr val="92D050"/>
              </a:gs>
              <a:gs pos="50000">
                <a:srgbClr val="00B050">
                  <a:alpha val="56000"/>
                </a:srgbClr>
              </a:gs>
              <a:gs pos="100000">
                <a:srgbClr val="92D050"/>
              </a:gs>
            </a:gsLst>
            <a:lin ang="5400000" scaled="0"/>
          </a:gradFill>
          <a:ln>
            <a:solidFill>
              <a:srgbClr val="00B050"/>
            </a:solidFill>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solidFill>
                <a:schemeClr val="dk1"/>
              </a:solidFill>
            </a:endParaRPr>
          </a:p>
        </p:txBody>
      </p:sp>
      <p:sp>
        <p:nvSpPr>
          <p:cNvPr id="27" name="Rounded Rectangle 26"/>
          <p:cNvSpPr/>
          <p:nvPr/>
        </p:nvSpPr>
        <p:spPr>
          <a:xfrm>
            <a:off x="1704393" y="5162505"/>
            <a:ext cx="1877039" cy="567520"/>
          </a:xfrm>
          <a:prstGeom prst="roundRect">
            <a:avLst/>
          </a:prstGeom>
          <a:ln>
            <a:solidFill>
              <a:srgbClr val="00B050"/>
            </a:solidFill>
          </a:ln>
          <a:effectLst>
            <a:outerShdw blurRad="50800" dist="38100" dir="10800000" algn="r" rotWithShape="0">
              <a:prstClr val="black">
                <a:alpha val="40000"/>
              </a:prstClr>
            </a:outerShdw>
          </a:effectLst>
          <a:scene3d>
            <a:camera prst="orthographicFront"/>
            <a:lightRig rig="threePt" dir="t"/>
          </a:scene3d>
          <a:sp3d>
            <a:bevelT/>
          </a:sp3d>
        </p:spPr>
        <p:style>
          <a:lnRef idx="2">
            <a:schemeClr val="accent2"/>
          </a:lnRef>
          <a:fillRef idx="1">
            <a:schemeClr val="lt1"/>
          </a:fillRef>
          <a:effectRef idx="0">
            <a:schemeClr val="accent2"/>
          </a:effectRef>
          <a:fontRef idx="minor">
            <a:schemeClr val="dk1"/>
          </a:fontRef>
        </p:style>
        <p:txBody>
          <a:bodyPr rtlCol="0" anchor="ctr"/>
          <a:lstStyle/>
          <a:p>
            <a:pPr algn="ctr"/>
            <a:r>
              <a:rPr lang="en-GB" sz="1600" dirty="0" smtClean="0"/>
              <a:t>Chandrasekhar-v</a:t>
            </a:r>
          </a:p>
        </p:txBody>
      </p:sp>
      <p:sp>
        <p:nvSpPr>
          <p:cNvPr id="28" name="Rounded Rectangle 27"/>
          <p:cNvSpPr/>
          <p:nvPr/>
        </p:nvSpPr>
        <p:spPr>
          <a:xfrm>
            <a:off x="4375571" y="4937959"/>
            <a:ext cx="1463276" cy="421520"/>
          </a:xfrm>
          <a:prstGeom prst="roundRect">
            <a:avLst/>
          </a:prstGeom>
          <a:gradFill>
            <a:gsLst>
              <a:gs pos="0">
                <a:srgbClr val="92D050"/>
              </a:gs>
              <a:gs pos="50000">
                <a:srgbClr val="00B050">
                  <a:alpha val="56000"/>
                </a:srgbClr>
              </a:gs>
              <a:gs pos="100000">
                <a:srgbClr val="92D050"/>
              </a:gs>
            </a:gsLst>
            <a:lin ang="5400000" scaled="0"/>
          </a:gradFill>
          <a:ln>
            <a:solidFill>
              <a:srgbClr val="00B050"/>
            </a:solidFill>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solidFill>
                <a:schemeClr val="dk1"/>
              </a:solidFill>
            </a:endParaRPr>
          </a:p>
        </p:txBody>
      </p:sp>
      <p:sp>
        <p:nvSpPr>
          <p:cNvPr id="29" name="Rounded Rectangle 28"/>
          <p:cNvSpPr/>
          <p:nvPr/>
        </p:nvSpPr>
        <p:spPr>
          <a:xfrm>
            <a:off x="4594646" y="5109387"/>
            <a:ext cx="1463276" cy="522460"/>
          </a:xfrm>
          <a:prstGeom prst="roundRect">
            <a:avLst/>
          </a:prstGeom>
          <a:ln>
            <a:solidFill>
              <a:srgbClr val="00B050"/>
            </a:solidFill>
          </a:ln>
          <a:effectLst>
            <a:outerShdw blurRad="50800" dist="38100" dir="10800000" algn="r" rotWithShape="0">
              <a:prstClr val="black">
                <a:alpha val="40000"/>
              </a:prstClr>
            </a:outerShdw>
          </a:effectLst>
          <a:scene3d>
            <a:camera prst="orthographicFront"/>
            <a:lightRig rig="threePt" dir="t"/>
          </a:scene3d>
          <a:sp3d>
            <a:bevelT/>
          </a:sp3d>
        </p:spPr>
        <p:style>
          <a:lnRef idx="2">
            <a:schemeClr val="accent2"/>
          </a:lnRef>
          <a:fillRef idx="1">
            <a:schemeClr val="lt1"/>
          </a:fillRef>
          <a:effectRef idx="0">
            <a:schemeClr val="accent2"/>
          </a:effectRef>
          <a:fontRef idx="minor">
            <a:schemeClr val="dk1"/>
          </a:fontRef>
        </p:style>
        <p:txBody>
          <a:bodyPr rtlCol="0" anchor="ctr"/>
          <a:lstStyle/>
          <a:p>
            <a:pPr algn="ctr"/>
            <a:r>
              <a:rPr lang="en-GB" sz="1600" dirty="0" smtClean="0"/>
              <a:t>Nagarjuna</a:t>
            </a:r>
            <a:endParaRPr lang="en-IN" sz="1600" dirty="0"/>
          </a:p>
        </p:txBody>
      </p:sp>
      <p:sp>
        <p:nvSpPr>
          <p:cNvPr id="30" name="Rounded Rectangle 29"/>
          <p:cNvSpPr/>
          <p:nvPr/>
        </p:nvSpPr>
        <p:spPr>
          <a:xfrm>
            <a:off x="9260104" y="4951305"/>
            <a:ext cx="1549595" cy="421521"/>
          </a:xfrm>
          <a:prstGeom prst="roundRect">
            <a:avLst/>
          </a:prstGeom>
          <a:gradFill>
            <a:gsLst>
              <a:gs pos="0">
                <a:srgbClr val="92D050"/>
              </a:gs>
              <a:gs pos="50000">
                <a:srgbClr val="00B050">
                  <a:alpha val="56000"/>
                </a:srgbClr>
              </a:gs>
              <a:gs pos="100000">
                <a:srgbClr val="92D050"/>
              </a:gs>
            </a:gsLst>
            <a:lin ang="5400000" scaled="0"/>
          </a:gradFill>
          <a:ln>
            <a:solidFill>
              <a:srgbClr val="00B050"/>
            </a:solidFill>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solidFill>
                <a:schemeClr val="dk1"/>
              </a:solidFill>
            </a:endParaRPr>
          </a:p>
        </p:txBody>
      </p:sp>
      <p:sp>
        <p:nvSpPr>
          <p:cNvPr id="31" name="Rounded Rectangle 30"/>
          <p:cNvSpPr/>
          <p:nvPr/>
        </p:nvSpPr>
        <p:spPr>
          <a:xfrm>
            <a:off x="9479179" y="5151330"/>
            <a:ext cx="1549595" cy="421521"/>
          </a:xfrm>
          <a:prstGeom prst="roundRect">
            <a:avLst/>
          </a:prstGeom>
          <a:ln>
            <a:solidFill>
              <a:srgbClr val="00B050"/>
            </a:solidFill>
          </a:ln>
          <a:effectLst>
            <a:outerShdw blurRad="50800" dist="38100" dir="10800000" algn="r" rotWithShape="0">
              <a:prstClr val="black">
                <a:alpha val="40000"/>
              </a:prstClr>
            </a:outerShdw>
          </a:effectLst>
          <a:scene3d>
            <a:camera prst="orthographicFront"/>
            <a:lightRig rig="threePt" dir="t"/>
          </a:scene3d>
          <a:sp3d>
            <a:bevelT/>
          </a:sp3d>
        </p:spPr>
        <p:style>
          <a:lnRef idx="2">
            <a:schemeClr val="accent2"/>
          </a:lnRef>
          <a:fillRef idx="1">
            <a:schemeClr val="lt1"/>
          </a:fillRef>
          <a:effectRef idx="0">
            <a:schemeClr val="accent2"/>
          </a:effectRef>
          <a:fontRef idx="minor">
            <a:schemeClr val="dk1"/>
          </a:fontRef>
        </p:style>
        <p:txBody>
          <a:bodyPr rtlCol="0" anchor="ctr"/>
          <a:lstStyle/>
          <a:p>
            <a:pPr algn="ctr"/>
            <a:r>
              <a:rPr lang="en-GB" sz="1600" dirty="0" smtClean="0"/>
              <a:t>Balaji-v</a:t>
            </a:r>
            <a:endParaRPr lang="en-IN" sz="1600" dirty="0"/>
          </a:p>
        </p:txBody>
      </p:sp>
      <p:sp>
        <p:nvSpPr>
          <p:cNvPr id="32" name="Rounded Rectangle 31"/>
          <p:cNvSpPr/>
          <p:nvPr/>
        </p:nvSpPr>
        <p:spPr>
          <a:xfrm>
            <a:off x="8347485" y="3403037"/>
            <a:ext cx="1396600" cy="410244"/>
          </a:xfrm>
          <a:prstGeom prst="roundRect">
            <a:avLst/>
          </a:prstGeom>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sp>
        <p:nvSpPr>
          <p:cNvPr id="33" name="Rounded Rectangle 32"/>
          <p:cNvSpPr/>
          <p:nvPr/>
        </p:nvSpPr>
        <p:spPr>
          <a:xfrm>
            <a:off x="8566560" y="3603062"/>
            <a:ext cx="1396600" cy="410244"/>
          </a:xfrm>
          <a:prstGeom prst="roundRect">
            <a:avLst/>
          </a:prstGeom>
          <a:ln/>
          <a:effectLst>
            <a:outerShdw blurRad="50800" dist="38100" dir="10800000" algn="r" rotWithShape="0">
              <a:prstClr val="black">
                <a:alpha val="40000"/>
              </a:prstClr>
            </a:outerShdw>
          </a:effectLst>
          <a:scene3d>
            <a:camera prst="orthographicFront"/>
            <a:lightRig rig="threePt" dir="t"/>
          </a:scene3d>
          <a:sp3d>
            <a:bevelT/>
          </a:sp3d>
        </p:spPr>
        <p:style>
          <a:lnRef idx="2">
            <a:schemeClr val="accent1"/>
          </a:lnRef>
          <a:fillRef idx="1">
            <a:schemeClr val="lt1"/>
          </a:fillRef>
          <a:effectRef idx="0">
            <a:schemeClr val="accent1"/>
          </a:effectRef>
          <a:fontRef idx="minor">
            <a:schemeClr val="dk1"/>
          </a:fontRef>
        </p:style>
        <p:txBody>
          <a:bodyPr rtlCol="0" anchor="ctr"/>
          <a:lstStyle/>
          <a:p>
            <a:pPr algn="ctr"/>
            <a:r>
              <a:rPr lang="en-GB" sz="1600" dirty="0" smtClean="0"/>
              <a:t>Warehouse </a:t>
            </a:r>
            <a:endParaRPr lang="en-IN" sz="1600" dirty="0"/>
          </a:p>
        </p:txBody>
      </p:sp>
      <p:sp>
        <p:nvSpPr>
          <p:cNvPr id="34" name="Rounded Rectangle 33"/>
          <p:cNvSpPr/>
          <p:nvPr/>
        </p:nvSpPr>
        <p:spPr>
          <a:xfrm>
            <a:off x="4594646" y="5730025"/>
            <a:ext cx="1463276" cy="498326"/>
          </a:xfrm>
          <a:prstGeom prst="roundRect">
            <a:avLst/>
          </a:prstGeom>
          <a:ln>
            <a:solidFill>
              <a:srgbClr val="00B050"/>
            </a:solidFill>
          </a:ln>
          <a:effectLst>
            <a:outerShdw blurRad="50800" dist="38100" dir="10800000" algn="r" rotWithShape="0">
              <a:prstClr val="black">
                <a:alpha val="40000"/>
              </a:prstClr>
            </a:outerShdw>
          </a:effectLst>
          <a:scene3d>
            <a:camera prst="orthographicFront"/>
            <a:lightRig rig="threePt" dir="t"/>
          </a:scene3d>
          <a:sp3d>
            <a:bevelT/>
          </a:sp3d>
        </p:spPr>
        <p:style>
          <a:lnRef idx="2">
            <a:schemeClr val="accent2"/>
          </a:lnRef>
          <a:fillRef idx="1">
            <a:schemeClr val="lt1"/>
          </a:fillRef>
          <a:effectRef idx="0">
            <a:schemeClr val="accent2"/>
          </a:effectRef>
          <a:fontRef idx="minor">
            <a:schemeClr val="dk1"/>
          </a:fontRef>
        </p:style>
        <p:txBody>
          <a:bodyPr rtlCol="0" anchor="ctr"/>
          <a:lstStyle/>
          <a:p>
            <a:pPr algn="ctr"/>
            <a:r>
              <a:rPr lang="en-GB" sz="1600" dirty="0" smtClean="0"/>
              <a:t>Rakhi </a:t>
            </a:r>
            <a:endParaRPr lang="en-IN" sz="1600" dirty="0"/>
          </a:p>
        </p:txBody>
      </p:sp>
      <p:sp>
        <p:nvSpPr>
          <p:cNvPr id="35" name="Rounded Rectangle 34"/>
          <p:cNvSpPr/>
          <p:nvPr/>
        </p:nvSpPr>
        <p:spPr>
          <a:xfrm>
            <a:off x="1751423" y="5766612"/>
            <a:ext cx="1877039" cy="567520"/>
          </a:xfrm>
          <a:prstGeom prst="roundRect">
            <a:avLst/>
          </a:prstGeom>
          <a:ln>
            <a:solidFill>
              <a:srgbClr val="00B050"/>
            </a:solidFill>
          </a:ln>
          <a:effectLst>
            <a:outerShdw blurRad="50800" dist="38100" dir="10800000" algn="r" rotWithShape="0">
              <a:prstClr val="black">
                <a:alpha val="40000"/>
              </a:prstClr>
            </a:outerShdw>
          </a:effectLst>
          <a:scene3d>
            <a:camera prst="orthographicFront"/>
            <a:lightRig rig="threePt" dir="t"/>
          </a:scene3d>
          <a:sp3d>
            <a:bevelT/>
          </a:sp3d>
        </p:spPr>
        <p:style>
          <a:lnRef idx="2">
            <a:schemeClr val="accent2"/>
          </a:lnRef>
          <a:fillRef idx="1">
            <a:schemeClr val="lt1"/>
          </a:fillRef>
          <a:effectRef idx="0">
            <a:schemeClr val="accent2"/>
          </a:effectRef>
          <a:fontRef idx="minor">
            <a:schemeClr val="dk1"/>
          </a:fontRef>
        </p:style>
        <p:txBody>
          <a:bodyPr rtlCol="0" anchor="ctr"/>
          <a:lstStyle/>
          <a:p>
            <a:pPr algn="ctr"/>
            <a:r>
              <a:rPr lang="en-GB" sz="1600" dirty="0"/>
              <a:t>Syamsundar-r</a:t>
            </a:r>
            <a:endParaRPr lang="en-IN" sz="1600" dirty="0"/>
          </a:p>
        </p:txBody>
      </p:sp>
      <p:cxnSp>
        <p:nvCxnSpPr>
          <p:cNvPr id="41" name="Straight Arrow Connector 40"/>
          <p:cNvCxnSpPr/>
          <p:nvPr/>
        </p:nvCxnSpPr>
        <p:spPr>
          <a:xfrm>
            <a:off x="5909678" y="794114"/>
            <a:ext cx="0" cy="285750"/>
          </a:xfrm>
          <a:prstGeom prst="straightConnector1">
            <a:avLst/>
          </a:prstGeom>
          <a:ln w="28575">
            <a:solidFill>
              <a:srgbClr val="1641F6"/>
            </a:solidFill>
            <a:tailEnd type="triangle"/>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2"/>
          </a:lnRef>
          <a:fillRef idx="0">
            <a:schemeClr val="accent2"/>
          </a:fillRef>
          <a:effectRef idx="0">
            <a:schemeClr val="accent2"/>
          </a:effectRef>
          <a:fontRef idx="minor">
            <a:schemeClr val="tx1"/>
          </a:fontRef>
        </p:style>
      </p:cxnSp>
      <p:cxnSp>
        <p:nvCxnSpPr>
          <p:cNvPr id="43" name="Straight Arrow Connector 42"/>
          <p:cNvCxnSpPr/>
          <p:nvPr/>
        </p:nvCxnSpPr>
        <p:spPr>
          <a:xfrm flipH="1">
            <a:off x="1323975" y="2254232"/>
            <a:ext cx="13703" cy="1079518"/>
          </a:xfrm>
          <a:prstGeom prst="straightConnector1">
            <a:avLst/>
          </a:prstGeom>
          <a:ln w="28575">
            <a:solidFill>
              <a:srgbClr val="1641F6"/>
            </a:solidFill>
            <a:tailEnd type="triangle"/>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2"/>
          </a:lnRef>
          <a:fillRef idx="0">
            <a:schemeClr val="accent2"/>
          </a:fillRef>
          <a:effectRef idx="0">
            <a:schemeClr val="accent2"/>
          </a:effectRef>
          <a:fontRef idx="minor">
            <a:schemeClr val="tx1"/>
          </a:fontRef>
        </p:style>
      </p:cxnSp>
      <p:cxnSp>
        <p:nvCxnSpPr>
          <p:cNvPr id="45" name="Straight Arrow Connector 44"/>
          <p:cNvCxnSpPr/>
          <p:nvPr/>
        </p:nvCxnSpPr>
        <p:spPr>
          <a:xfrm>
            <a:off x="10785302" y="2419350"/>
            <a:ext cx="24397" cy="914400"/>
          </a:xfrm>
          <a:prstGeom prst="straightConnector1">
            <a:avLst/>
          </a:prstGeom>
          <a:ln w="28575">
            <a:solidFill>
              <a:srgbClr val="1641F6"/>
            </a:solidFill>
            <a:tailEnd type="triangle"/>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2"/>
          </a:lnRef>
          <a:fillRef idx="0">
            <a:schemeClr val="accent2"/>
          </a:fillRef>
          <a:effectRef idx="0">
            <a:schemeClr val="accent2"/>
          </a:effectRef>
          <a:fontRef idx="minor">
            <a:schemeClr val="tx1"/>
          </a:fontRef>
        </p:style>
      </p:cxnSp>
      <p:cxnSp>
        <p:nvCxnSpPr>
          <p:cNvPr id="48" name="Straight Arrow Connector 47"/>
          <p:cNvCxnSpPr/>
          <p:nvPr/>
        </p:nvCxnSpPr>
        <p:spPr>
          <a:xfrm>
            <a:off x="2823578" y="4095750"/>
            <a:ext cx="0" cy="666750"/>
          </a:xfrm>
          <a:prstGeom prst="straightConnector1">
            <a:avLst/>
          </a:prstGeom>
          <a:ln w="28575">
            <a:solidFill>
              <a:srgbClr val="1641F6"/>
            </a:solidFill>
            <a:tailEnd type="triangle"/>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2"/>
          </a:lnRef>
          <a:fillRef idx="0">
            <a:schemeClr val="accent2"/>
          </a:fillRef>
          <a:effectRef idx="0">
            <a:schemeClr val="accent2"/>
          </a:effectRef>
          <a:fontRef idx="minor">
            <a:schemeClr val="tx1"/>
          </a:fontRef>
        </p:style>
      </p:cxnSp>
      <p:cxnSp>
        <p:nvCxnSpPr>
          <p:cNvPr id="49" name="Straight Arrow Connector 48"/>
          <p:cNvCxnSpPr/>
          <p:nvPr/>
        </p:nvCxnSpPr>
        <p:spPr>
          <a:xfrm>
            <a:off x="5195303" y="4095750"/>
            <a:ext cx="0" cy="666750"/>
          </a:xfrm>
          <a:prstGeom prst="straightConnector1">
            <a:avLst/>
          </a:prstGeom>
          <a:ln w="28575">
            <a:solidFill>
              <a:srgbClr val="1641F6"/>
            </a:solidFill>
            <a:tailEnd type="triangle"/>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2"/>
          </a:lnRef>
          <a:fillRef idx="0">
            <a:schemeClr val="accent2"/>
          </a:fillRef>
          <a:effectRef idx="0">
            <a:schemeClr val="accent2"/>
          </a:effectRef>
          <a:fontRef idx="minor">
            <a:schemeClr val="tx1"/>
          </a:fontRef>
        </p:style>
      </p:cxnSp>
      <p:cxnSp>
        <p:nvCxnSpPr>
          <p:cNvPr id="50" name="Straight Arrow Connector 49"/>
          <p:cNvCxnSpPr/>
          <p:nvPr/>
        </p:nvCxnSpPr>
        <p:spPr>
          <a:xfrm>
            <a:off x="7215209" y="4095750"/>
            <a:ext cx="0" cy="666750"/>
          </a:xfrm>
          <a:prstGeom prst="straightConnector1">
            <a:avLst/>
          </a:prstGeom>
          <a:ln w="28575">
            <a:solidFill>
              <a:srgbClr val="1641F6"/>
            </a:solidFill>
            <a:tailEnd type="triangle"/>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2"/>
          </a:lnRef>
          <a:fillRef idx="0">
            <a:schemeClr val="accent2"/>
          </a:fillRef>
          <a:effectRef idx="0">
            <a:schemeClr val="accent2"/>
          </a:effectRef>
          <a:fontRef idx="minor">
            <a:schemeClr val="tx1"/>
          </a:fontRef>
        </p:style>
      </p:cxnSp>
      <p:cxnSp>
        <p:nvCxnSpPr>
          <p:cNvPr id="51" name="Straight Arrow Connector 50"/>
          <p:cNvCxnSpPr/>
          <p:nvPr/>
        </p:nvCxnSpPr>
        <p:spPr>
          <a:xfrm>
            <a:off x="9479179" y="4095750"/>
            <a:ext cx="0" cy="666750"/>
          </a:xfrm>
          <a:prstGeom prst="straightConnector1">
            <a:avLst/>
          </a:prstGeom>
          <a:ln w="28575">
            <a:solidFill>
              <a:srgbClr val="1641F6"/>
            </a:solidFill>
            <a:tailEnd type="triangle"/>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2"/>
          </a:lnRef>
          <a:fillRef idx="0">
            <a:schemeClr val="accent2"/>
          </a:fillRef>
          <a:effectRef idx="0">
            <a:schemeClr val="accent2"/>
          </a:effectRef>
          <a:fontRef idx="minor">
            <a:schemeClr val="tx1"/>
          </a:fontRef>
        </p:style>
      </p:cxnSp>
      <p:cxnSp>
        <p:nvCxnSpPr>
          <p:cNvPr id="52" name="Straight Arrow Connector 51"/>
          <p:cNvCxnSpPr/>
          <p:nvPr/>
        </p:nvCxnSpPr>
        <p:spPr>
          <a:xfrm>
            <a:off x="9042820" y="2677300"/>
            <a:ext cx="0" cy="666750"/>
          </a:xfrm>
          <a:prstGeom prst="straightConnector1">
            <a:avLst/>
          </a:prstGeom>
          <a:ln w="28575">
            <a:solidFill>
              <a:srgbClr val="1641F6"/>
            </a:solidFill>
            <a:tailEnd type="triangle"/>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2"/>
          </a:lnRef>
          <a:fillRef idx="0">
            <a:schemeClr val="accent2"/>
          </a:fillRef>
          <a:effectRef idx="0">
            <a:schemeClr val="accent2"/>
          </a:effectRef>
          <a:fontRef idx="minor">
            <a:schemeClr val="tx1"/>
          </a:fontRef>
        </p:style>
      </p:cxnSp>
      <p:cxnSp>
        <p:nvCxnSpPr>
          <p:cNvPr id="53" name="Straight Arrow Connector 52"/>
          <p:cNvCxnSpPr/>
          <p:nvPr/>
        </p:nvCxnSpPr>
        <p:spPr>
          <a:xfrm>
            <a:off x="7088100" y="2629675"/>
            <a:ext cx="0" cy="666750"/>
          </a:xfrm>
          <a:prstGeom prst="straightConnector1">
            <a:avLst/>
          </a:prstGeom>
          <a:ln w="28575">
            <a:solidFill>
              <a:srgbClr val="1641F6"/>
            </a:solidFill>
            <a:tailEnd type="triangle"/>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2"/>
          </a:lnRef>
          <a:fillRef idx="0">
            <a:schemeClr val="accent2"/>
          </a:fillRef>
          <a:effectRef idx="0">
            <a:schemeClr val="accent2"/>
          </a:effectRef>
          <a:fontRef idx="minor">
            <a:schemeClr val="tx1"/>
          </a:fontRef>
        </p:style>
      </p:cxnSp>
      <p:cxnSp>
        <p:nvCxnSpPr>
          <p:cNvPr id="54" name="Straight Arrow Connector 53"/>
          <p:cNvCxnSpPr/>
          <p:nvPr/>
        </p:nvCxnSpPr>
        <p:spPr>
          <a:xfrm>
            <a:off x="5213184" y="2667000"/>
            <a:ext cx="0" cy="666750"/>
          </a:xfrm>
          <a:prstGeom prst="straightConnector1">
            <a:avLst/>
          </a:prstGeom>
          <a:ln w="28575">
            <a:solidFill>
              <a:srgbClr val="1641F6"/>
            </a:solidFill>
            <a:tailEnd type="triangle"/>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2"/>
          </a:lnRef>
          <a:fillRef idx="0">
            <a:schemeClr val="accent2"/>
          </a:fillRef>
          <a:effectRef idx="0">
            <a:schemeClr val="accent2"/>
          </a:effectRef>
          <a:fontRef idx="minor">
            <a:schemeClr val="tx1"/>
          </a:fontRef>
        </p:style>
      </p:cxnSp>
      <p:cxnSp>
        <p:nvCxnSpPr>
          <p:cNvPr id="55" name="Straight Arrow Connector 54"/>
          <p:cNvCxnSpPr/>
          <p:nvPr/>
        </p:nvCxnSpPr>
        <p:spPr>
          <a:xfrm>
            <a:off x="3242975" y="2677300"/>
            <a:ext cx="0" cy="666750"/>
          </a:xfrm>
          <a:prstGeom prst="straightConnector1">
            <a:avLst/>
          </a:prstGeom>
          <a:ln w="28575">
            <a:solidFill>
              <a:srgbClr val="1641F6"/>
            </a:solidFill>
            <a:tailEnd type="triangle"/>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2"/>
          </a:lnRef>
          <a:fillRef idx="0">
            <a:schemeClr val="accent2"/>
          </a:fillRef>
          <a:effectRef idx="0">
            <a:schemeClr val="accent2"/>
          </a:effectRef>
          <a:fontRef idx="minor">
            <a:schemeClr val="tx1"/>
          </a:fontRef>
        </p:style>
      </p:cxnSp>
      <p:cxnSp>
        <p:nvCxnSpPr>
          <p:cNvPr id="56" name="Straight Arrow Connector 55"/>
          <p:cNvCxnSpPr/>
          <p:nvPr/>
        </p:nvCxnSpPr>
        <p:spPr>
          <a:xfrm>
            <a:off x="6057922" y="2254232"/>
            <a:ext cx="0" cy="346093"/>
          </a:xfrm>
          <a:prstGeom prst="straightConnector1">
            <a:avLst/>
          </a:prstGeom>
          <a:ln w="28575">
            <a:solidFill>
              <a:srgbClr val="1641F6"/>
            </a:solidFill>
            <a:tailEnd type="triangle"/>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2"/>
          </a:lnRef>
          <a:fillRef idx="0">
            <a:schemeClr val="accent2"/>
          </a:fillRef>
          <a:effectRef idx="0">
            <a:schemeClr val="accent2"/>
          </a:effectRef>
          <a:fontRef idx="minor">
            <a:schemeClr val="tx1"/>
          </a:fontRef>
        </p:style>
      </p:cxnSp>
      <p:cxnSp>
        <p:nvCxnSpPr>
          <p:cNvPr id="58" name="Straight Connector 57"/>
          <p:cNvCxnSpPr/>
          <p:nvPr/>
        </p:nvCxnSpPr>
        <p:spPr>
          <a:xfrm flipV="1">
            <a:off x="3242975" y="2644331"/>
            <a:ext cx="5814706" cy="14981"/>
          </a:xfrm>
          <a:prstGeom prst="line">
            <a:avLst/>
          </a:prstGeom>
          <a:noFill/>
          <a:ln w="28575" cap="flat" cmpd="sng" algn="ctr">
            <a:solidFill>
              <a:srgbClr val="1641F6"/>
            </a:solidFill>
            <a:prstDash val="sysDot"/>
          </a:ln>
          <a:effectLst>
            <a:outerShdw blurRad="50800" dist="38100" dir="10800000" algn="r" rotWithShape="0">
              <a:prstClr val="black">
                <a:alpha val="40000"/>
              </a:prstClr>
            </a:outerShdw>
          </a:effectLst>
          <a:scene3d>
            <a:camera prst="orthographicFront"/>
            <a:lightRig rig="threePt" dir="t"/>
          </a:scene3d>
          <a:sp3d>
            <a:bevelT/>
          </a:sp3d>
        </p:spPr>
      </p:cxnSp>
      <p:cxnSp>
        <p:nvCxnSpPr>
          <p:cNvPr id="65" name="Straight Arrow Connector 64"/>
          <p:cNvCxnSpPr/>
          <p:nvPr/>
        </p:nvCxnSpPr>
        <p:spPr>
          <a:xfrm>
            <a:off x="1755601" y="1008426"/>
            <a:ext cx="0" cy="666750"/>
          </a:xfrm>
          <a:prstGeom prst="straightConnector1">
            <a:avLst/>
          </a:prstGeom>
          <a:ln w="28575">
            <a:solidFill>
              <a:srgbClr val="1641F6"/>
            </a:solidFill>
            <a:tailEnd type="triangle"/>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2"/>
          </a:lnRef>
          <a:fillRef idx="0">
            <a:schemeClr val="accent2"/>
          </a:fillRef>
          <a:effectRef idx="0">
            <a:schemeClr val="accent2"/>
          </a:effectRef>
          <a:fontRef idx="minor">
            <a:schemeClr val="tx1"/>
          </a:fontRef>
        </p:style>
      </p:cxnSp>
      <p:cxnSp>
        <p:nvCxnSpPr>
          <p:cNvPr id="66" name="Straight Arrow Connector 65"/>
          <p:cNvCxnSpPr/>
          <p:nvPr/>
        </p:nvCxnSpPr>
        <p:spPr>
          <a:xfrm>
            <a:off x="5909678" y="1008426"/>
            <a:ext cx="0" cy="666750"/>
          </a:xfrm>
          <a:prstGeom prst="straightConnector1">
            <a:avLst/>
          </a:prstGeom>
          <a:ln w="28575">
            <a:solidFill>
              <a:srgbClr val="1641F6"/>
            </a:solidFill>
            <a:tailEnd type="triangle"/>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2"/>
          </a:lnRef>
          <a:fillRef idx="0">
            <a:schemeClr val="accent2"/>
          </a:fillRef>
          <a:effectRef idx="0">
            <a:schemeClr val="accent2"/>
          </a:effectRef>
          <a:fontRef idx="minor">
            <a:schemeClr val="tx1"/>
          </a:fontRef>
        </p:style>
      </p:cxnSp>
      <p:cxnSp>
        <p:nvCxnSpPr>
          <p:cNvPr id="67" name="Straight Arrow Connector 66"/>
          <p:cNvCxnSpPr/>
          <p:nvPr/>
        </p:nvCxnSpPr>
        <p:spPr>
          <a:xfrm>
            <a:off x="10253976" y="1079864"/>
            <a:ext cx="0" cy="523875"/>
          </a:xfrm>
          <a:prstGeom prst="straightConnector1">
            <a:avLst/>
          </a:prstGeom>
          <a:ln w="28575">
            <a:solidFill>
              <a:srgbClr val="1641F6"/>
            </a:solidFill>
            <a:tailEnd type="triangle"/>
          </a:ln>
          <a:effectLst>
            <a:outerShdw blurRad="50800" dist="38100" dir="10800000" algn="r" rotWithShape="0">
              <a:prstClr val="black">
                <a:alpha val="40000"/>
              </a:prstClr>
            </a:outerShdw>
          </a:effectLst>
          <a:scene3d>
            <a:camera prst="orthographicFront"/>
            <a:lightRig rig="threePt" dir="t"/>
          </a:scene3d>
          <a:sp3d>
            <a:bevelT/>
          </a:sp3d>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0453918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0605" y="198882"/>
            <a:ext cx="11056253" cy="586357"/>
          </a:xfrm>
        </p:spPr>
        <p:txBody>
          <a:bodyPr>
            <a:normAutofit/>
          </a:bodyPr>
          <a:lstStyle/>
          <a:p>
            <a:r>
              <a:rPr lang="zh-CN" altLang="en-US" dirty="0" smtClean="0">
                <a:latin typeface="微软雅黑" panose="020B0503020204020204" pitchFamily="34" charset="-122"/>
                <a:ea typeface="微软雅黑" panose="020B0503020204020204" pitchFamily="34" charset="-122"/>
              </a:rPr>
              <a:t>                       项</a:t>
            </a:r>
            <a:r>
              <a:rPr lang="zh-CN" altLang="en-US" dirty="0">
                <a:latin typeface="微软雅黑" panose="020B0503020204020204" pitchFamily="34" charset="-122"/>
                <a:ea typeface="微软雅黑" panose="020B0503020204020204" pitchFamily="34" charset="-122"/>
              </a:rPr>
              <a:t>目组织 </a:t>
            </a:r>
            <a:r>
              <a:rPr lang="en-US" altLang="zh-CN" dirty="0">
                <a:latin typeface="微软雅黑" panose="020B0503020204020204" pitchFamily="34" charset="-122"/>
                <a:ea typeface="微软雅黑" panose="020B0503020204020204" pitchFamily="34" charset="-122"/>
              </a:rPr>
              <a:t>Project </a:t>
            </a:r>
            <a:r>
              <a:rPr lang="en-US" altLang="zh-CN" dirty="0" smtClean="0">
                <a:latin typeface="微软雅黑" panose="020B0503020204020204" pitchFamily="34" charset="-122"/>
                <a:ea typeface="微软雅黑" panose="020B0503020204020204" pitchFamily="34" charset="-122"/>
              </a:rPr>
              <a:t>Organization</a:t>
            </a:r>
            <a:endParaRPr lang="en-IN" dirty="0"/>
          </a:p>
        </p:txBody>
      </p:sp>
      <p:sp>
        <p:nvSpPr>
          <p:cNvPr id="3" name="标题 1"/>
          <p:cNvSpPr txBox="1">
            <a:spLocks/>
          </p:cNvSpPr>
          <p:nvPr/>
        </p:nvSpPr>
        <p:spPr>
          <a:xfrm>
            <a:off x="3774631" y="210243"/>
            <a:ext cx="10850563" cy="652921"/>
          </a:xfrm>
          <a:prstGeom prst="rect">
            <a:avLst/>
          </a:prstGeom>
        </p:spPr>
        <p:txBody>
          <a:bodyPr vert="horz" lIns="91440" tIns="45720" rIns="91440" bIns="45720" rtlCol="0" anchor="b">
            <a:normAutofit/>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endParaRPr lang="zh-CN" altLang="en-US" sz="2400" dirty="0">
              <a:latin typeface="+mj-ea"/>
            </a:endParaRPr>
          </a:p>
        </p:txBody>
      </p:sp>
      <p:sp>
        <p:nvSpPr>
          <p:cNvPr id="4" name="Rectangle 9">
            <a:extLst>
              <a:ext uri="{FF2B5EF4-FFF2-40B4-BE49-F238E27FC236}">
                <a16:creationId xmlns:a16="http://schemas.microsoft.com/office/drawing/2014/main" xmlns="" id="{F5C3E0C9-8A73-404B-A4D3-D1152812BE18}"/>
              </a:ext>
            </a:extLst>
          </p:cNvPr>
          <p:cNvSpPr>
            <a:spLocks noChangeArrowheads="1"/>
          </p:cNvSpPr>
          <p:nvPr/>
        </p:nvSpPr>
        <p:spPr bwMode="auto">
          <a:xfrm>
            <a:off x="4781108" y="1300174"/>
            <a:ext cx="2855008" cy="27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00" tIns="54401" rIns="108800" bIns="54401"/>
          <a:lstStyle/>
          <a:p>
            <a:pPr algn="ctr" defTabSz="543995" eaLnBrk="0" fontAlgn="base" hangingPunct="0">
              <a:spcBef>
                <a:spcPct val="0"/>
              </a:spcBef>
              <a:spcAft>
                <a:spcPts val="75"/>
              </a:spcAft>
              <a:buClr>
                <a:srgbClr val="7889FB"/>
              </a:buClr>
              <a:buSzPct val="100000"/>
              <a:tabLst>
                <a:tab pos="0" algn="l"/>
                <a:tab pos="532661" algn="l"/>
                <a:tab pos="1067211" algn="l"/>
                <a:tab pos="1601759" algn="l"/>
                <a:tab pos="2136309" algn="l"/>
                <a:tab pos="2670857" algn="l"/>
                <a:tab pos="3205408" algn="l"/>
                <a:tab pos="3739956" algn="l"/>
                <a:tab pos="4274506" algn="l"/>
                <a:tab pos="4809054" algn="l"/>
                <a:tab pos="5343605" algn="l"/>
                <a:tab pos="5878153" algn="l"/>
                <a:tab pos="6412703" algn="l"/>
                <a:tab pos="6947251" algn="l"/>
                <a:tab pos="7481801" algn="l"/>
                <a:tab pos="8016352" algn="l"/>
                <a:tab pos="8550901" algn="l"/>
                <a:tab pos="9085449" algn="l"/>
                <a:tab pos="9619998" algn="l"/>
                <a:tab pos="10154548" algn="l"/>
                <a:tab pos="10689098" algn="l"/>
              </a:tabLst>
            </a:pPr>
            <a:r>
              <a:rPr lang="en-GB" altLang="zh-CN" sz="1600" dirty="0" smtClean="0">
                <a:solidFill>
                  <a:srgbClr val="000000"/>
                </a:solidFill>
                <a:latin typeface="微软雅黑" panose="020B0503020204020204" pitchFamily="34" charset="-122"/>
                <a:ea typeface="微软雅黑" panose="020B0503020204020204" pitchFamily="34" charset="-122"/>
                <a:cs typeface="微软雅黑" charset="0"/>
              </a:rPr>
              <a:t>IT</a:t>
            </a:r>
            <a:endParaRPr lang="zh-CN" altLang="en-GB" sz="1600" dirty="0">
              <a:solidFill>
                <a:srgbClr val="000000"/>
              </a:solidFill>
              <a:latin typeface="微软雅黑" panose="020B0503020204020204" pitchFamily="34" charset="-122"/>
              <a:ea typeface="微软雅黑" panose="020B0503020204020204" pitchFamily="34" charset="-122"/>
              <a:cs typeface="微软雅黑" charset="0"/>
            </a:endParaRPr>
          </a:p>
        </p:txBody>
      </p:sp>
      <p:sp>
        <p:nvSpPr>
          <p:cNvPr id="5" name="Rectangle 10">
            <a:extLst>
              <a:ext uri="{FF2B5EF4-FFF2-40B4-BE49-F238E27FC236}">
                <a16:creationId xmlns:a16="http://schemas.microsoft.com/office/drawing/2014/main" xmlns="" id="{19B6DAFC-99A8-AC46-A84B-2DA2D46DC801}"/>
              </a:ext>
            </a:extLst>
          </p:cNvPr>
          <p:cNvSpPr>
            <a:spLocks noChangeArrowheads="1"/>
          </p:cNvSpPr>
          <p:nvPr/>
        </p:nvSpPr>
        <p:spPr bwMode="auto">
          <a:xfrm>
            <a:off x="3961911" y="1079868"/>
            <a:ext cx="4603895" cy="290433"/>
          </a:xfrm>
          <a:prstGeom prst="rect">
            <a:avLst/>
          </a:prstGeom>
          <a:ln>
            <a:solidFill>
              <a:schemeClr val="accent3"/>
            </a:solidFill>
          </a:ln>
        </p:spPr>
        <p:style>
          <a:lnRef idx="1">
            <a:schemeClr val="accent3"/>
          </a:lnRef>
          <a:fillRef idx="2">
            <a:schemeClr val="accent3"/>
          </a:fillRef>
          <a:effectRef idx="1">
            <a:schemeClr val="accent3"/>
          </a:effectRef>
          <a:fontRef idx="minor">
            <a:schemeClr val="dk1"/>
          </a:fontRef>
        </p:style>
        <p:txBody>
          <a:bodyPr lIns="108800" tIns="54401" rIns="108800" bIns="54401" anchor="ctr" anchorCtr="1"/>
          <a:lstStyle/>
          <a:p>
            <a:pPr defTabSz="543995" eaLnBrk="0" fontAlgn="base" hangingPunct="0">
              <a:lnSpc>
                <a:spcPct val="90000"/>
              </a:lnSpc>
              <a:spcBef>
                <a:spcPts val="357"/>
              </a:spcBef>
              <a:spcAft>
                <a:spcPct val="0"/>
              </a:spcAft>
              <a:buClr>
                <a:srgbClr val="7889FB"/>
              </a:buClr>
              <a:buSzPct val="100000"/>
              <a:tabLst>
                <a:tab pos="0" algn="l"/>
                <a:tab pos="532661" algn="l"/>
                <a:tab pos="1067211" algn="l"/>
                <a:tab pos="1601759" algn="l"/>
                <a:tab pos="2136309" algn="l"/>
                <a:tab pos="2670857" algn="l"/>
                <a:tab pos="3205408" algn="l"/>
                <a:tab pos="3739956" algn="l"/>
                <a:tab pos="4274506" algn="l"/>
                <a:tab pos="4809054" algn="l"/>
                <a:tab pos="5343605" algn="l"/>
                <a:tab pos="5878153" algn="l"/>
                <a:tab pos="6412703" algn="l"/>
                <a:tab pos="6947251" algn="l"/>
                <a:tab pos="7481801" algn="l"/>
                <a:tab pos="8016352" algn="l"/>
                <a:tab pos="8550901" algn="l"/>
                <a:tab pos="9085449" algn="l"/>
                <a:tab pos="9619998" algn="l"/>
                <a:tab pos="10154548" algn="l"/>
                <a:tab pos="10689098" algn="l"/>
              </a:tabLst>
              <a:defRPr/>
            </a:pPr>
            <a:r>
              <a:rPr lang="zh-CN" altLang="en-GB" sz="1449" b="1" kern="0" dirty="0">
                <a:solidFill>
                  <a:srgbClr val="FFFFFF"/>
                </a:solidFill>
                <a:latin typeface="微软雅黑" panose="020B0503020204020204" pitchFamily="34" charset="-122"/>
                <a:ea typeface="微软雅黑" panose="020B0503020204020204" pitchFamily="34" charset="-122"/>
                <a:cs typeface="微软雅黑" charset="0"/>
              </a:rPr>
              <a:t>Project </a:t>
            </a:r>
            <a:r>
              <a:rPr lang="zh-TW" altLang="en-US" sz="1449" b="1" kern="0" dirty="0" smtClean="0">
                <a:solidFill>
                  <a:srgbClr val="FFFFFF"/>
                </a:solidFill>
                <a:latin typeface="微软雅黑" panose="020B0503020204020204" pitchFamily="34" charset="-122"/>
                <a:ea typeface="微软雅黑" panose="020B0503020204020204" pitchFamily="34" charset="-122"/>
                <a:cs typeface="微软雅黑" charset="0"/>
              </a:rPr>
              <a:t>Sponsors</a:t>
            </a:r>
            <a:endParaRPr lang="zh-CN" altLang="en-GB" sz="1449" b="1" kern="0" dirty="0">
              <a:solidFill>
                <a:srgbClr val="FFFFFF"/>
              </a:solidFill>
              <a:latin typeface="微软雅黑" panose="020B0503020204020204" pitchFamily="34" charset="-122"/>
              <a:ea typeface="微软雅黑" panose="020B0503020204020204" pitchFamily="34" charset="-122"/>
              <a:cs typeface="微软雅黑" charset="0"/>
            </a:endParaRPr>
          </a:p>
        </p:txBody>
      </p:sp>
      <p:sp>
        <p:nvSpPr>
          <p:cNvPr id="6" name="Rectangle 37">
            <a:extLst>
              <a:ext uri="{FF2B5EF4-FFF2-40B4-BE49-F238E27FC236}">
                <a16:creationId xmlns:a16="http://schemas.microsoft.com/office/drawing/2014/main" xmlns="" id="{0D3DE909-6DB0-C945-932D-31764274D12F}"/>
              </a:ext>
            </a:extLst>
          </p:cNvPr>
          <p:cNvSpPr>
            <a:spLocks noChangeArrowheads="1"/>
          </p:cNvSpPr>
          <p:nvPr/>
        </p:nvSpPr>
        <p:spPr bwMode="auto">
          <a:xfrm>
            <a:off x="4178384" y="1932622"/>
            <a:ext cx="4146487" cy="235369"/>
          </a:xfrm>
          <a:prstGeom prst="rect">
            <a:avLst/>
          </a:prstGeom>
          <a:ln/>
        </p:spPr>
        <p:style>
          <a:lnRef idx="1">
            <a:schemeClr val="accent1"/>
          </a:lnRef>
          <a:fillRef idx="2">
            <a:schemeClr val="accent1"/>
          </a:fillRef>
          <a:effectRef idx="1">
            <a:schemeClr val="accent1"/>
          </a:effectRef>
          <a:fontRef idx="minor">
            <a:schemeClr val="dk1"/>
          </a:fontRef>
        </p:style>
        <p:txBody>
          <a:bodyPr lIns="108800" tIns="54401" rIns="108800" bIns="54401" anchor="ctr" anchorCtr="1"/>
          <a:lstStyle/>
          <a:p>
            <a:pPr defTabSz="543995" eaLnBrk="0" fontAlgn="base" hangingPunct="0">
              <a:lnSpc>
                <a:spcPct val="90000"/>
              </a:lnSpc>
              <a:spcBef>
                <a:spcPts val="357"/>
              </a:spcBef>
              <a:spcAft>
                <a:spcPct val="0"/>
              </a:spcAft>
              <a:buClr>
                <a:srgbClr val="7889FB"/>
              </a:buClr>
              <a:buSzPct val="100000"/>
              <a:tabLst>
                <a:tab pos="0" algn="l"/>
                <a:tab pos="532661" algn="l"/>
                <a:tab pos="1067211" algn="l"/>
                <a:tab pos="1601759" algn="l"/>
                <a:tab pos="2136309" algn="l"/>
                <a:tab pos="2670857" algn="l"/>
                <a:tab pos="3205408" algn="l"/>
                <a:tab pos="3739956" algn="l"/>
                <a:tab pos="4274506" algn="l"/>
                <a:tab pos="4809054" algn="l"/>
                <a:tab pos="5343605" algn="l"/>
                <a:tab pos="5878153" algn="l"/>
                <a:tab pos="6412703" algn="l"/>
                <a:tab pos="6947251" algn="l"/>
                <a:tab pos="7481801" algn="l"/>
                <a:tab pos="8016352" algn="l"/>
                <a:tab pos="8550901" algn="l"/>
                <a:tab pos="9085449" algn="l"/>
                <a:tab pos="9619998" algn="l"/>
                <a:tab pos="10154548" algn="l"/>
                <a:tab pos="10689098" algn="l"/>
              </a:tabLst>
              <a:defRPr/>
            </a:pPr>
            <a:r>
              <a:rPr lang="zh-CN" altLang="en-GB" sz="1449" b="1" kern="0" dirty="0">
                <a:solidFill>
                  <a:srgbClr val="FFFFFF"/>
                </a:solidFill>
                <a:latin typeface="微软雅黑" panose="020B0503020204020204" pitchFamily="34" charset="-122"/>
                <a:ea typeface="微软雅黑" panose="020B0503020204020204" pitchFamily="34" charset="-122"/>
                <a:cs typeface="微软雅黑" charset="0"/>
              </a:rPr>
              <a:t>Project Group Management </a:t>
            </a:r>
            <a:r>
              <a:rPr lang="zh-CN" altLang="en-US" sz="1449" b="1" kern="0" dirty="0">
                <a:solidFill>
                  <a:srgbClr val="FFFFFF"/>
                </a:solidFill>
                <a:latin typeface="微软雅黑" panose="020B0503020204020204" pitchFamily="34" charset="-122"/>
                <a:ea typeface="微软雅黑" panose="020B0503020204020204" pitchFamily="34" charset="-122"/>
                <a:cs typeface="微软雅黑" charset="0"/>
              </a:rPr>
              <a:t>Office </a:t>
            </a:r>
            <a:r>
              <a:rPr lang="en-US" altLang="zh-CN" sz="1449" b="1" kern="0" dirty="0">
                <a:solidFill>
                  <a:srgbClr val="FFFFFF"/>
                </a:solidFill>
                <a:latin typeface="微软雅黑" panose="020B0503020204020204" pitchFamily="34" charset="-122"/>
                <a:ea typeface="微软雅黑" panose="020B0503020204020204" pitchFamily="34" charset="-122"/>
                <a:cs typeface="微软雅黑" charset="0"/>
              </a:rPr>
              <a:t>(PMO)</a:t>
            </a:r>
            <a:endParaRPr lang="en-GB" altLang="zh-CN" sz="1449" b="1" kern="0" dirty="0">
              <a:solidFill>
                <a:srgbClr val="FFFFFF"/>
              </a:solidFill>
              <a:latin typeface="微软雅黑" panose="020B0503020204020204" pitchFamily="34" charset="-122"/>
              <a:ea typeface="微软雅黑" panose="020B0503020204020204" pitchFamily="34" charset="-122"/>
              <a:cs typeface="微软雅黑" charset="0"/>
            </a:endParaRPr>
          </a:p>
        </p:txBody>
      </p:sp>
      <p:sp>
        <p:nvSpPr>
          <p:cNvPr id="7" name="矩形 8">
            <a:extLst>
              <a:ext uri="{FF2B5EF4-FFF2-40B4-BE49-F238E27FC236}">
                <a16:creationId xmlns:a16="http://schemas.microsoft.com/office/drawing/2014/main" xmlns="" id="{2BA65BC8-D98F-5E41-82D6-ACFA20A1581B}"/>
              </a:ext>
            </a:extLst>
          </p:cNvPr>
          <p:cNvSpPr>
            <a:spLocks noChangeArrowheads="1"/>
          </p:cNvSpPr>
          <p:nvPr/>
        </p:nvSpPr>
        <p:spPr bwMode="auto">
          <a:xfrm>
            <a:off x="4182103" y="2167149"/>
            <a:ext cx="4133715" cy="603955"/>
          </a:xfrm>
          <a:prstGeom prst="rect">
            <a:avLst/>
          </a:prstGeom>
          <a:noFill/>
          <a:ln w="952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lIns="54401" tIns="54401" rIns="54401" bIns="54401" anchor="ctr"/>
          <a:lstStyle/>
          <a:p>
            <a:pPr defTabSz="543995" eaLnBrk="0" fontAlgn="base" hangingPunct="0">
              <a:spcBef>
                <a:spcPct val="0"/>
              </a:spcBef>
              <a:spcAft>
                <a:spcPts val="75"/>
              </a:spcAft>
              <a:buClr>
                <a:srgbClr val="7889FB"/>
              </a:buClr>
              <a:buSzPct val="100000"/>
              <a:tabLst>
                <a:tab pos="0" algn="l"/>
                <a:tab pos="532661" algn="l"/>
                <a:tab pos="1067211" algn="l"/>
                <a:tab pos="1601759" algn="l"/>
                <a:tab pos="2136309" algn="l"/>
                <a:tab pos="2670857" algn="l"/>
                <a:tab pos="3205408" algn="l"/>
                <a:tab pos="3739956" algn="l"/>
                <a:tab pos="4274506" algn="l"/>
                <a:tab pos="4809054" algn="l"/>
                <a:tab pos="5343605" algn="l"/>
                <a:tab pos="5878153" algn="l"/>
                <a:tab pos="6412703" algn="l"/>
                <a:tab pos="6947251" algn="l"/>
                <a:tab pos="7481801" algn="l"/>
                <a:tab pos="8016352" algn="l"/>
                <a:tab pos="8550901" algn="l"/>
                <a:tab pos="9085449" algn="l"/>
                <a:tab pos="9619998" algn="l"/>
                <a:tab pos="10154548" algn="l"/>
                <a:tab pos="10689098" algn="l"/>
              </a:tabLst>
            </a:pPr>
            <a:r>
              <a:rPr lang="zh-CN" altLang="en-US" sz="1100" dirty="0" smtClean="0">
                <a:latin typeface="微软雅黑" panose="020B0503020204020204" pitchFamily="34" charset="-122"/>
                <a:ea typeface="微软雅黑" panose="020B0503020204020204" pitchFamily="34" charset="-122"/>
                <a:cs typeface="微软雅黑" charset="0"/>
              </a:rPr>
              <a:t>              Project </a:t>
            </a:r>
            <a:r>
              <a:rPr lang="zh-CN" altLang="en-US" sz="1100" dirty="0">
                <a:latin typeface="微软雅黑" panose="020B0503020204020204" pitchFamily="34" charset="-122"/>
                <a:ea typeface="微软雅黑" panose="020B0503020204020204" pitchFamily="34" charset="-122"/>
                <a:cs typeface="微软雅黑" charset="0"/>
              </a:rPr>
              <a:t>Director: </a:t>
            </a:r>
            <a:r>
              <a:rPr lang="en-US" altLang="zh-CN" sz="1100" dirty="0" smtClean="0">
                <a:latin typeface="微软雅黑" panose="020B0503020204020204" pitchFamily="34" charset="-122"/>
                <a:ea typeface="微软雅黑" panose="020B0503020204020204" pitchFamily="34" charset="-122"/>
                <a:cs typeface="微软雅黑" charset="0"/>
              </a:rPr>
              <a:t>Chandra (IT)         </a:t>
            </a:r>
            <a:endParaRPr lang="en-US" altLang="zh-CN" sz="1100" dirty="0">
              <a:latin typeface="微软雅黑" panose="020B0503020204020204" pitchFamily="34" charset="-122"/>
              <a:ea typeface="微软雅黑" panose="020B0503020204020204" pitchFamily="34" charset="-122"/>
              <a:cs typeface="微软雅黑" charset="0"/>
            </a:endParaRPr>
          </a:p>
          <a:p>
            <a:pPr defTabSz="543995" eaLnBrk="0" fontAlgn="base" hangingPunct="0">
              <a:spcBef>
                <a:spcPct val="0"/>
              </a:spcBef>
              <a:spcAft>
                <a:spcPts val="75"/>
              </a:spcAft>
              <a:buClr>
                <a:srgbClr val="7889FB"/>
              </a:buClr>
              <a:buSzPct val="100000"/>
              <a:tabLst>
                <a:tab pos="0" algn="l"/>
                <a:tab pos="532661" algn="l"/>
                <a:tab pos="1067211" algn="l"/>
                <a:tab pos="1601759" algn="l"/>
                <a:tab pos="2136309" algn="l"/>
                <a:tab pos="2670857" algn="l"/>
                <a:tab pos="3205408" algn="l"/>
                <a:tab pos="3739956" algn="l"/>
                <a:tab pos="4274506" algn="l"/>
                <a:tab pos="4809054" algn="l"/>
                <a:tab pos="5343605" algn="l"/>
                <a:tab pos="5878153" algn="l"/>
                <a:tab pos="6412703" algn="l"/>
                <a:tab pos="6947251" algn="l"/>
                <a:tab pos="7481801" algn="l"/>
                <a:tab pos="8016352" algn="l"/>
                <a:tab pos="8550901" algn="l"/>
                <a:tab pos="9085449" algn="l"/>
                <a:tab pos="9619998" algn="l"/>
                <a:tab pos="10154548" algn="l"/>
                <a:tab pos="10689098" algn="l"/>
              </a:tabLst>
            </a:pPr>
            <a:r>
              <a:rPr lang="en-US" altLang="zh-CN" sz="1100" dirty="0">
                <a:latin typeface="微软雅黑" panose="020B0503020204020204" pitchFamily="34" charset="-122"/>
                <a:ea typeface="微软雅黑" panose="020B0503020204020204" pitchFamily="34" charset="-122"/>
                <a:cs typeface="微软雅黑" charset="0"/>
              </a:rPr>
              <a:t> </a:t>
            </a:r>
            <a:r>
              <a:rPr lang="en-US" altLang="zh-CN" sz="1100" dirty="0" smtClean="0">
                <a:latin typeface="微软雅黑" panose="020B0503020204020204" pitchFamily="34" charset="-122"/>
                <a:ea typeface="微软雅黑" panose="020B0503020204020204" pitchFamily="34" charset="-122"/>
                <a:cs typeface="微软雅黑" charset="0"/>
              </a:rPr>
              <a:t>            </a:t>
            </a:r>
            <a:r>
              <a:rPr lang="zh-CN" altLang="en-US" sz="1100" dirty="0" smtClean="0">
                <a:latin typeface="微软雅黑" panose="020B0503020204020204" pitchFamily="34" charset="-122"/>
                <a:ea typeface="微软雅黑" panose="020B0503020204020204" pitchFamily="34" charset="-122"/>
                <a:cs typeface="微软雅黑" charset="0"/>
              </a:rPr>
              <a:t>Project </a:t>
            </a:r>
            <a:r>
              <a:rPr lang="zh-CN" altLang="en-US" sz="1100" dirty="0">
                <a:latin typeface="微软雅黑" panose="020B0503020204020204" pitchFamily="34" charset="-122"/>
                <a:ea typeface="微软雅黑" panose="020B0503020204020204" pitchFamily="34" charset="-122"/>
                <a:cs typeface="微软雅黑" charset="0"/>
              </a:rPr>
              <a:t>Manager</a:t>
            </a:r>
            <a:r>
              <a:rPr lang="en-US" altLang="zh-CN" sz="1100" dirty="0">
                <a:latin typeface="微软雅黑" panose="020B0503020204020204" pitchFamily="34" charset="-122"/>
                <a:ea typeface="微软雅黑" panose="020B0503020204020204" pitchFamily="34" charset="-122"/>
                <a:cs typeface="微软雅黑" charset="0"/>
              </a:rPr>
              <a:t>-APC: </a:t>
            </a:r>
            <a:r>
              <a:rPr lang="en-US" altLang="zh-CN" sz="1100" dirty="0" smtClean="0">
                <a:latin typeface="微软雅黑" panose="020B0503020204020204" pitchFamily="34" charset="-122"/>
                <a:ea typeface="微软雅黑" panose="020B0503020204020204" pitchFamily="34" charset="-122"/>
                <a:cs typeface="微软雅黑" charset="0"/>
              </a:rPr>
              <a:t>Manohar-g </a:t>
            </a:r>
            <a:r>
              <a:rPr lang="zh-CN" altLang="en-US" sz="1100" dirty="0" smtClean="0">
                <a:latin typeface="微软雅黑" panose="020B0503020204020204" pitchFamily="34" charset="-122"/>
                <a:ea typeface="微软雅黑" panose="020B0503020204020204" pitchFamily="34" charset="-122"/>
                <a:cs typeface="微软雅黑" charset="0"/>
              </a:rPr>
              <a:t>(</a:t>
            </a:r>
            <a:r>
              <a:rPr lang="en-US" altLang="zh-CN" sz="1100" dirty="0">
                <a:latin typeface="微软雅黑" panose="020B0503020204020204" pitchFamily="34" charset="-122"/>
                <a:ea typeface="微软雅黑" panose="020B0503020204020204" pitchFamily="34" charset="-122"/>
                <a:cs typeface="微软雅黑" charset="0"/>
              </a:rPr>
              <a:t>IT</a:t>
            </a:r>
            <a:r>
              <a:rPr lang="zh-CN" altLang="en-US" sz="1100" dirty="0" smtClean="0">
                <a:latin typeface="微软雅黑" panose="020B0503020204020204" pitchFamily="34" charset="-122"/>
                <a:ea typeface="微软雅黑" panose="020B0503020204020204" pitchFamily="34" charset="-122"/>
                <a:cs typeface="微软雅黑" charset="0"/>
              </a:rPr>
              <a:t>) </a:t>
            </a:r>
            <a:endParaRPr lang="en-US" altLang="zh-TW" sz="1100" dirty="0">
              <a:latin typeface="微软雅黑" panose="020B0503020204020204" pitchFamily="34" charset="-122"/>
              <a:ea typeface="微软雅黑" panose="020B0503020204020204" pitchFamily="34" charset="-122"/>
              <a:cs typeface="微软雅黑" charset="0"/>
            </a:endParaRPr>
          </a:p>
        </p:txBody>
      </p:sp>
      <p:sp>
        <p:nvSpPr>
          <p:cNvPr id="8" name="矩形 51">
            <a:extLst>
              <a:ext uri="{FF2B5EF4-FFF2-40B4-BE49-F238E27FC236}">
                <a16:creationId xmlns:a16="http://schemas.microsoft.com/office/drawing/2014/main" xmlns="" id="{F47A9402-BB8E-024E-996B-AD38B2863928}"/>
              </a:ext>
            </a:extLst>
          </p:cNvPr>
          <p:cNvSpPr>
            <a:spLocks noChangeArrowheads="1"/>
          </p:cNvSpPr>
          <p:nvPr/>
        </p:nvSpPr>
        <p:spPr bwMode="auto">
          <a:xfrm>
            <a:off x="3952857" y="1088418"/>
            <a:ext cx="4603896" cy="554870"/>
          </a:xfrm>
          <a:prstGeom prst="rect">
            <a:avLst/>
          </a:prstGeom>
          <a:noFill/>
          <a:ln w="9525">
            <a:solidFill>
              <a:schemeClr val="accent3"/>
            </a:solidFill>
            <a:round/>
            <a:headEnd/>
            <a:tailEnd/>
          </a:ln>
          <a:extLst>
            <a:ext uri="{909E8E84-426E-40DD-AFC4-6F175D3DCCD1}">
              <a14:hiddenFill xmlns:a14="http://schemas.microsoft.com/office/drawing/2010/main">
                <a:solidFill>
                  <a:srgbClr val="FFFFFF"/>
                </a:solidFill>
              </a14:hiddenFill>
            </a:ext>
          </a:extLst>
        </p:spPr>
        <p:txBody>
          <a:bodyPr lIns="54401" tIns="54401" rIns="54401" bIns="54401" anchor="ctr"/>
          <a:lstStyle/>
          <a:p>
            <a:pPr marL="277663" indent="-277663" defTabSz="543995" eaLnBrk="0" fontAlgn="base" hangingPunct="0">
              <a:spcBef>
                <a:spcPct val="25000"/>
              </a:spcBef>
              <a:spcAft>
                <a:spcPct val="0"/>
              </a:spcAft>
              <a:buFontTx/>
              <a:buChar char="•"/>
              <a:defRPr/>
            </a:pPr>
            <a:endParaRPr lang="zh-CN" altLang="en-US" sz="1449" kern="0">
              <a:solidFill>
                <a:srgbClr val="FFFFFF"/>
              </a:solidFill>
              <a:latin typeface="微软雅黑" panose="020B0503020204020204" pitchFamily="34" charset="-122"/>
              <a:ea typeface="微软雅黑" panose="020B0503020204020204" pitchFamily="34" charset="-122"/>
              <a:cs typeface="微软雅黑" charset="0"/>
            </a:endParaRPr>
          </a:p>
        </p:txBody>
      </p:sp>
      <p:sp>
        <p:nvSpPr>
          <p:cNvPr id="9" name="Rectangle 106">
            <a:extLst>
              <a:ext uri="{FF2B5EF4-FFF2-40B4-BE49-F238E27FC236}">
                <a16:creationId xmlns:a16="http://schemas.microsoft.com/office/drawing/2014/main" xmlns="" id="{53D57F36-C75E-418A-88D4-781CE66FEBFA}"/>
              </a:ext>
            </a:extLst>
          </p:cNvPr>
          <p:cNvSpPr/>
          <p:nvPr/>
        </p:nvSpPr>
        <p:spPr>
          <a:xfrm>
            <a:off x="574090" y="3567317"/>
            <a:ext cx="10431126" cy="2878024"/>
          </a:xfrm>
          <a:prstGeom prst="rect">
            <a:avLst/>
          </a:prstGeom>
          <a:ln/>
        </p:spPr>
        <p:style>
          <a:lnRef idx="1">
            <a:schemeClr val="accent2"/>
          </a:lnRef>
          <a:fillRef idx="2">
            <a:schemeClr val="accent2"/>
          </a:fillRef>
          <a:effectRef idx="1">
            <a:schemeClr val="accent2"/>
          </a:effectRef>
          <a:fontRef idx="minor">
            <a:schemeClr val="dk1"/>
          </a:fontRef>
        </p:style>
        <p:txBody>
          <a:bodyPr lIns="108800" tIns="54401" rIns="108800" bIns="54401" anchor="t" anchorCtr="1"/>
          <a:lstStyle/>
          <a:p>
            <a:pPr marL="0" marR="0" lvl="0" indent="0" algn="ctr" defTabSz="543995" eaLnBrk="0" fontAlgn="base" latinLnBrk="0" hangingPunct="0">
              <a:lnSpc>
                <a:spcPct val="90000"/>
              </a:lnSpc>
              <a:spcBef>
                <a:spcPts val="357"/>
              </a:spcBef>
              <a:spcAft>
                <a:spcPct val="0"/>
              </a:spcAft>
              <a:buClr>
                <a:srgbClr val="7889FB"/>
              </a:buClr>
              <a:buSzPct val="100000"/>
              <a:buFontTx/>
              <a:buNone/>
              <a:tabLst>
                <a:tab pos="0" algn="l"/>
                <a:tab pos="532661" algn="l"/>
                <a:tab pos="1067211" algn="l"/>
                <a:tab pos="1601759" algn="l"/>
                <a:tab pos="2136309" algn="l"/>
                <a:tab pos="2670857" algn="l"/>
                <a:tab pos="3205408" algn="l"/>
                <a:tab pos="3739956" algn="l"/>
                <a:tab pos="4274506" algn="l"/>
                <a:tab pos="4809054" algn="l"/>
                <a:tab pos="5343605" algn="l"/>
                <a:tab pos="5878153" algn="l"/>
                <a:tab pos="6412703" algn="l"/>
                <a:tab pos="6947251" algn="l"/>
                <a:tab pos="7481801" algn="l"/>
                <a:tab pos="8016352" algn="l"/>
                <a:tab pos="8550901" algn="l"/>
                <a:tab pos="9085449" algn="l"/>
                <a:tab pos="9619998" algn="l"/>
                <a:tab pos="10154548" algn="l"/>
                <a:tab pos="10689098" algn="l"/>
              </a:tabLst>
              <a:defRPr/>
            </a:pPr>
            <a:r>
              <a:rPr kumimoji="0" lang="zh-CN" altLang="en-US" sz="1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charset="0"/>
              </a:rPr>
              <a:t>Core Business Process Group</a:t>
            </a:r>
          </a:p>
        </p:txBody>
      </p:sp>
      <p:sp>
        <p:nvSpPr>
          <p:cNvPr id="10" name="Rectangle 44">
            <a:extLst>
              <a:ext uri="{FF2B5EF4-FFF2-40B4-BE49-F238E27FC236}">
                <a16:creationId xmlns:a16="http://schemas.microsoft.com/office/drawing/2014/main" xmlns="" id="{0BF534DA-0C94-9A4D-95D8-62EABC7638C7}"/>
              </a:ext>
            </a:extLst>
          </p:cNvPr>
          <p:cNvSpPr>
            <a:spLocks noChangeArrowheads="1"/>
          </p:cNvSpPr>
          <p:nvPr/>
        </p:nvSpPr>
        <p:spPr bwMode="auto">
          <a:xfrm>
            <a:off x="1037460" y="4092020"/>
            <a:ext cx="1733266" cy="434125"/>
          </a:xfrm>
          <a:prstGeom prst="rect">
            <a:avLst/>
          </a:prstGeom>
          <a:ln/>
        </p:spPr>
        <p:style>
          <a:lnRef idx="1">
            <a:schemeClr val="accent3"/>
          </a:lnRef>
          <a:fillRef idx="2">
            <a:schemeClr val="accent3"/>
          </a:fillRef>
          <a:effectRef idx="1">
            <a:schemeClr val="accent3"/>
          </a:effectRef>
          <a:fontRef idx="minor">
            <a:schemeClr val="dk1"/>
          </a:fontRef>
        </p:style>
        <p:txBody>
          <a:bodyPr lIns="108800" tIns="54401" rIns="108800" bIns="54401" anchor="ctr" anchorCtr="1"/>
          <a:lstStyle/>
          <a:p>
            <a:pPr algn="ctr" fontAlgn="base">
              <a:spcBef>
                <a:spcPct val="50000"/>
              </a:spcBef>
              <a:spcAft>
                <a:spcPct val="0"/>
              </a:spcAft>
              <a:buClr>
                <a:prstClr val="black"/>
              </a:buClr>
              <a:defRPr/>
            </a:pPr>
            <a:r>
              <a:rPr lang="en-GB" altLang="zh-CN" sz="1100" b="1" kern="0" dirty="0" smtClean="0">
                <a:solidFill>
                  <a:prstClr val="white"/>
                </a:solidFill>
                <a:latin typeface="微软雅黑" panose="020B0503020204020204" pitchFamily="34" charset="-122"/>
                <a:ea typeface="微软雅黑" panose="020B0503020204020204" pitchFamily="34" charset="-122"/>
                <a:cs typeface="微软雅黑" charset="0"/>
              </a:rPr>
              <a:t>Planning Department</a:t>
            </a:r>
            <a:endParaRPr lang="en-US" altLang="zh-CN" sz="1100" b="1" kern="0" dirty="0">
              <a:solidFill>
                <a:prstClr val="white"/>
              </a:solidFill>
              <a:latin typeface="微软雅黑" panose="020B0503020204020204" pitchFamily="34" charset="-122"/>
              <a:ea typeface="微软雅黑" panose="020B0503020204020204" pitchFamily="34" charset="-122"/>
              <a:cs typeface="微软雅黑" charset="0"/>
            </a:endParaRPr>
          </a:p>
        </p:txBody>
      </p:sp>
      <p:sp>
        <p:nvSpPr>
          <p:cNvPr id="11" name="Rectangle 34">
            <a:extLst>
              <a:ext uri="{FF2B5EF4-FFF2-40B4-BE49-F238E27FC236}">
                <a16:creationId xmlns:a16="http://schemas.microsoft.com/office/drawing/2014/main" xmlns="" id="{1D7CBCE5-1E57-F34D-BB47-7972E96107A0}"/>
              </a:ext>
            </a:extLst>
          </p:cNvPr>
          <p:cNvSpPr>
            <a:spLocks noChangeArrowheads="1"/>
          </p:cNvSpPr>
          <p:nvPr/>
        </p:nvSpPr>
        <p:spPr bwMode="auto">
          <a:xfrm>
            <a:off x="737362" y="4616185"/>
            <a:ext cx="2405042" cy="1426518"/>
          </a:xfrm>
          <a:prstGeom prst="rect">
            <a:avLst/>
          </a:prstGeom>
          <a:ln>
            <a:noFill/>
          </a:ln>
          <a:effectLst/>
          <a:scene3d>
            <a:camera prst="orthographicFront">
              <a:rot lat="0" lon="0" rev="0"/>
            </a:camera>
            <a:lightRig rig="contrasting" dir="t">
              <a:rot lat="0" lon="0" rev="7800000"/>
            </a:lightRig>
          </a:scene3d>
          <a:sp3d>
            <a:bevelT w="139700" h="139700"/>
          </a:sp3d>
        </p:spPr>
        <p:style>
          <a:lnRef idx="1">
            <a:schemeClr val="accent5"/>
          </a:lnRef>
          <a:fillRef idx="2">
            <a:schemeClr val="accent5"/>
          </a:fillRef>
          <a:effectRef idx="1">
            <a:schemeClr val="accent5"/>
          </a:effectRef>
          <a:fontRef idx="minor">
            <a:schemeClr val="dk1"/>
          </a:fontRef>
        </p:style>
        <p:txBody>
          <a:bodyPr wrap="none" lIns="0" tIns="0" rIns="0" bIns="0" anchor="ctr"/>
          <a:lstStyle/>
          <a:p>
            <a:pPr algn="ctr" defTabSz="543995" eaLnBrk="0" fontAlgn="base" hangingPunct="0">
              <a:lnSpc>
                <a:spcPct val="104000"/>
              </a:lnSpc>
              <a:spcBef>
                <a:spcPct val="20000"/>
              </a:spcBef>
              <a:spcAft>
                <a:spcPct val="0"/>
              </a:spcAft>
              <a:buClr>
                <a:srgbClr val="7889FB"/>
              </a:buClr>
              <a:buSzPct val="70000"/>
              <a:tabLst>
                <a:tab pos="10139437" algn="r"/>
              </a:tabLst>
              <a:defRPr/>
            </a:pPr>
            <a:r>
              <a:rPr lang="en-US" altLang="zh-TW" sz="1000" b="1" kern="0" dirty="0" smtClean="0">
                <a:solidFill>
                  <a:srgbClr val="FF0000"/>
                </a:solidFill>
                <a:latin typeface="微软雅黑" panose="020B0503020204020204" pitchFamily="34" charset="-122"/>
                <a:ea typeface="微软雅黑" panose="020B0503020204020204" pitchFamily="34" charset="-122"/>
              </a:rPr>
              <a:t>BPO     </a:t>
            </a:r>
            <a:r>
              <a:rPr lang="en-IN" altLang="zh-TW" sz="1000" b="1" kern="0" dirty="0" smtClean="0">
                <a:solidFill>
                  <a:srgbClr val="FF0000"/>
                </a:solidFill>
                <a:latin typeface="微软雅黑" panose="020B0503020204020204" pitchFamily="34" charset="-122"/>
                <a:ea typeface="微软雅黑" panose="020B0503020204020204" pitchFamily="34" charset="-122"/>
              </a:rPr>
              <a:t>: </a:t>
            </a:r>
            <a:r>
              <a:rPr lang="en-US" altLang="zh-TW" sz="1000" b="1" kern="0" dirty="0">
                <a:latin typeface="微软雅黑" panose="020B0503020204020204" pitchFamily="34" charset="-122"/>
                <a:ea typeface="微软雅黑" panose="020B0503020204020204" pitchFamily="34" charset="-122"/>
              </a:rPr>
              <a:t> </a:t>
            </a:r>
            <a:r>
              <a:rPr lang="en-US" altLang="zh-TW" sz="1000" b="1" kern="0" dirty="0" smtClean="0">
                <a:latin typeface="微软雅黑" panose="020B0503020204020204" pitchFamily="34" charset="-122"/>
                <a:ea typeface="微软雅黑" panose="020B0503020204020204" pitchFamily="34" charset="-122"/>
              </a:rPr>
              <a:t>Nagarjuna</a:t>
            </a:r>
            <a:r>
              <a:rPr lang="en-US" altLang="zh-CN" sz="1000" b="1" kern="0" dirty="0" smtClean="0">
                <a:latin typeface="微软雅黑" panose="020B0503020204020204" pitchFamily="34" charset="-122"/>
                <a:ea typeface="微软雅黑" panose="020B0503020204020204" pitchFamily="34" charset="-122"/>
              </a:rPr>
              <a:t>, </a:t>
            </a:r>
            <a:endParaRPr lang="en-US" altLang="zh-TW" sz="1000" b="1" kern="0" dirty="0">
              <a:latin typeface="微软雅黑" panose="020B0503020204020204" pitchFamily="34" charset="-122"/>
              <a:ea typeface="微软雅黑" panose="020B0503020204020204" pitchFamily="34" charset="-122"/>
            </a:endParaRPr>
          </a:p>
          <a:p>
            <a:pPr algn="ctr" defTabSz="543995" eaLnBrk="0" fontAlgn="base" hangingPunct="0">
              <a:lnSpc>
                <a:spcPct val="104000"/>
              </a:lnSpc>
              <a:spcBef>
                <a:spcPct val="20000"/>
              </a:spcBef>
              <a:spcAft>
                <a:spcPct val="0"/>
              </a:spcAft>
              <a:buClr>
                <a:srgbClr val="7889FB"/>
              </a:buClr>
              <a:buSzPct val="70000"/>
              <a:tabLst>
                <a:tab pos="10139437" algn="r"/>
              </a:tabLst>
              <a:defRPr/>
            </a:pPr>
            <a:r>
              <a:rPr lang="en-US" altLang="zh-TW" sz="1000" b="1" kern="0" dirty="0" smtClean="0">
                <a:solidFill>
                  <a:srgbClr val="FF0000"/>
                </a:solidFill>
                <a:latin typeface="微软雅黑" panose="020B0503020204020204" pitchFamily="34" charset="-122"/>
                <a:ea typeface="微软雅黑" panose="020B0503020204020204" pitchFamily="34" charset="-122"/>
                <a:cs typeface="微软雅黑" charset="0"/>
              </a:rPr>
              <a:t>KU(1)   </a:t>
            </a:r>
            <a:r>
              <a:rPr lang="zh-CN" altLang="en-US" sz="1000" b="1" kern="0" dirty="0" smtClean="0">
                <a:solidFill>
                  <a:srgbClr val="FF0000"/>
                </a:solidFill>
                <a:latin typeface="微软雅黑" panose="020B0503020204020204" pitchFamily="34" charset="-122"/>
                <a:ea typeface="微软雅黑" panose="020B0503020204020204" pitchFamily="34" charset="-122"/>
              </a:rPr>
              <a:t>: </a:t>
            </a:r>
            <a:r>
              <a:rPr lang="en-IN" altLang="zh-CN" sz="1000" b="1" kern="0" dirty="0">
                <a:latin typeface="微软雅黑" panose="020B0503020204020204" pitchFamily="34" charset="-122"/>
                <a:ea typeface="微软雅黑" panose="020B0503020204020204" pitchFamily="34" charset="-122"/>
              </a:rPr>
              <a:t> </a:t>
            </a:r>
            <a:r>
              <a:rPr lang="en-IN" altLang="zh-CN" sz="1000" b="1" kern="0" dirty="0" smtClean="0">
                <a:latin typeface="微软雅黑" panose="020B0503020204020204" pitchFamily="34" charset="-122"/>
                <a:ea typeface="微软雅黑" panose="020B0503020204020204" pitchFamily="34" charset="-122"/>
              </a:rPr>
              <a:t>Rakhi</a:t>
            </a:r>
            <a:endParaRPr lang="en-US" altLang="zh-CN" sz="1000" b="1" kern="0" dirty="0">
              <a:latin typeface="微软雅黑" panose="020B0503020204020204" pitchFamily="34" charset="-122"/>
              <a:ea typeface="微软雅黑" panose="020B0503020204020204" pitchFamily="34" charset="-122"/>
            </a:endParaRPr>
          </a:p>
          <a:p>
            <a:pPr algn="ctr" defTabSz="543995" eaLnBrk="0" fontAlgn="base" hangingPunct="0">
              <a:lnSpc>
                <a:spcPct val="104000"/>
              </a:lnSpc>
              <a:spcBef>
                <a:spcPct val="20000"/>
              </a:spcBef>
              <a:spcAft>
                <a:spcPct val="0"/>
              </a:spcAft>
              <a:buClr>
                <a:srgbClr val="7889FB"/>
              </a:buClr>
              <a:buSzPct val="70000"/>
              <a:tabLst>
                <a:tab pos="10139437" algn="r"/>
              </a:tabLst>
              <a:defRPr/>
            </a:pPr>
            <a:r>
              <a:rPr lang="en-IN" altLang="zh-CN" sz="1000" b="1" kern="0" dirty="0" smtClean="0">
                <a:solidFill>
                  <a:schemeClr val="accent6"/>
                </a:solidFill>
                <a:latin typeface="微软雅黑" panose="020B0503020204020204" pitchFamily="34" charset="-122"/>
                <a:ea typeface="微软雅黑" panose="020B0503020204020204" pitchFamily="34" charset="-122"/>
              </a:rPr>
              <a:t> </a:t>
            </a:r>
            <a:endParaRPr lang="en-US" altLang="zh-CN" sz="1000" b="1" kern="0" dirty="0">
              <a:solidFill>
                <a:schemeClr val="accent6"/>
              </a:solidFill>
              <a:latin typeface="微软雅黑" panose="020B0503020204020204" pitchFamily="34" charset="-122"/>
              <a:ea typeface="微软雅黑" panose="020B0503020204020204" pitchFamily="34" charset="-122"/>
            </a:endParaRPr>
          </a:p>
        </p:txBody>
      </p:sp>
      <p:cxnSp>
        <p:nvCxnSpPr>
          <p:cNvPr id="12" name="直接连接符 31"/>
          <p:cNvCxnSpPr>
            <a:stCxn id="8" idx="2"/>
            <a:endCxn id="6" idx="0"/>
          </p:cNvCxnSpPr>
          <p:nvPr/>
        </p:nvCxnSpPr>
        <p:spPr bwMode="auto">
          <a:xfrm flipH="1">
            <a:off x="6251628" y="1643288"/>
            <a:ext cx="3177" cy="289334"/>
          </a:xfrm>
          <a:prstGeom prst="line">
            <a:avLst/>
          </a:prstGeom>
          <a:solidFill>
            <a:srgbClr val="4F81BD"/>
          </a:solidFill>
          <a:ln w="12700" cap="flat" cmpd="sng" algn="ctr">
            <a:solidFill>
              <a:srgbClr val="1F497D">
                <a:lumMod val="60000"/>
                <a:lumOff val="40000"/>
              </a:srgbClr>
            </a:solidFill>
            <a:prstDash val="solid"/>
            <a:round/>
            <a:headEnd type="none" w="med" len="med"/>
            <a:tailEnd type="none" w="med" len="med"/>
          </a:ln>
          <a:effectLst/>
        </p:spPr>
      </p:cxnSp>
      <p:sp>
        <p:nvSpPr>
          <p:cNvPr id="13" name="文本框 1"/>
          <p:cNvSpPr txBox="1"/>
          <p:nvPr/>
        </p:nvSpPr>
        <p:spPr>
          <a:xfrm>
            <a:off x="4390731" y="3057756"/>
            <a:ext cx="4076994" cy="369332"/>
          </a:xfrm>
          <a:prstGeom prst="rect">
            <a:avLst/>
          </a:prstGeom>
          <a:noFill/>
        </p:spPr>
        <p:txBody>
          <a:bodyPr wrap="square" rtlCol="0">
            <a:spAutoFit/>
          </a:bodyPr>
          <a:lstStyle/>
          <a:p>
            <a:r>
              <a:rPr lang="en-US" altLang="zh-CN" b="1" dirty="0">
                <a:solidFill>
                  <a:schemeClr val="tx1"/>
                </a:solidFill>
                <a:latin typeface="+mj-ea"/>
                <a:ea typeface="+mj-ea"/>
              </a:rPr>
              <a:t>BPO: business process owner</a:t>
            </a:r>
            <a:endParaRPr lang="zh-CN" altLang="en-US" b="1" dirty="0">
              <a:solidFill>
                <a:schemeClr val="tx1"/>
              </a:solidFill>
              <a:latin typeface="+mj-ea"/>
              <a:ea typeface="+mj-ea"/>
            </a:endParaRPr>
          </a:p>
        </p:txBody>
      </p:sp>
      <p:sp>
        <p:nvSpPr>
          <p:cNvPr id="14" name="Rectangle 44">
            <a:extLst>
              <a:ext uri="{FF2B5EF4-FFF2-40B4-BE49-F238E27FC236}">
                <a16:creationId xmlns:a16="http://schemas.microsoft.com/office/drawing/2014/main" xmlns="" id="{8BA07AA3-4F68-40A9-A3C0-DD27E6795C63}"/>
              </a:ext>
            </a:extLst>
          </p:cNvPr>
          <p:cNvSpPr>
            <a:spLocks noChangeArrowheads="1"/>
          </p:cNvSpPr>
          <p:nvPr/>
        </p:nvSpPr>
        <p:spPr bwMode="auto">
          <a:xfrm>
            <a:off x="8715000" y="4075083"/>
            <a:ext cx="1937982" cy="406893"/>
          </a:xfrm>
          <a:prstGeom prst="rect">
            <a:avLst/>
          </a:prstGeom>
          <a:ln/>
        </p:spPr>
        <p:style>
          <a:lnRef idx="1">
            <a:schemeClr val="accent3"/>
          </a:lnRef>
          <a:fillRef idx="2">
            <a:schemeClr val="accent3"/>
          </a:fillRef>
          <a:effectRef idx="1">
            <a:schemeClr val="accent3"/>
          </a:effectRef>
          <a:fontRef idx="minor">
            <a:schemeClr val="dk1"/>
          </a:fontRef>
        </p:style>
        <p:txBody>
          <a:bodyPr lIns="108800" tIns="54401" rIns="108800" bIns="54401" anchor="ctr" anchorCtr="1"/>
          <a:lstStyle/>
          <a:p>
            <a:pPr algn="ctr" defTabSz="543995" eaLnBrk="0" fontAlgn="base" hangingPunct="0">
              <a:lnSpc>
                <a:spcPct val="90000"/>
              </a:lnSpc>
              <a:spcBef>
                <a:spcPts val="357"/>
              </a:spcBef>
              <a:spcAft>
                <a:spcPct val="0"/>
              </a:spcAft>
              <a:buClr>
                <a:srgbClr val="7889FB"/>
              </a:buClr>
              <a:buSzPct val="100000"/>
              <a:tabLst>
                <a:tab pos="0" algn="l"/>
                <a:tab pos="532661" algn="l"/>
                <a:tab pos="1067211" algn="l"/>
                <a:tab pos="1601759" algn="l"/>
                <a:tab pos="2136309" algn="l"/>
                <a:tab pos="2670857" algn="l"/>
                <a:tab pos="3205408" algn="l"/>
                <a:tab pos="3739956" algn="l"/>
                <a:tab pos="4274506" algn="l"/>
                <a:tab pos="4809054" algn="l"/>
                <a:tab pos="5343605" algn="l"/>
                <a:tab pos="5878153" algn="l"/>
                <a:tab pos="6412703" algn="l"/>
                <a:tab pos="6947251" algn="l"/>
                <a:tab pos="7481801" algn="l"/>
                <a:tab pos="8016352" algn="l"/>
                <a:tab pos="8550901" algn="l"/>
                <a:tab pos="9085449" algn="l"/>
                <a:tab pos="9619998" algn="l"/>
                <a:tab pos="10154548" algn="l"/>
                <a:tab pos="10689098" algn="l"/>
              </a:tabLst>
              <a:defRPr/>
            </a:pPr>
            <a:r>
              <a:rPr lang="en-US" altLang="zh-CN" sz="1000" b="1" kern="0" dirty="0" smtClean="0">
                <a:solidFill>
                  <a:prstClr val="white"/>
                </a:solidFill>
                <a:latin typeface="微软雅黑" panose="020B0503020204020204" pitchFamily="34" charset="-122"/>
                <a:ea typeface="微软雅黑" panose="020B0503020204020204" pitchFamily="34" charset="-122"/>
                <a:cs typeface="微软雅黑" charset="0"/>
              </a:rPr>
              <a:t>APC IT</a:t>
            </a:r>
            <a:endParaRPr lang="zh-CN" altLang="en-GB" sz="1000" b="1" kern="0" dirty="0">
              <a:solidFill>
                <a:prstClr val="white"/>
              </a:solidFill>
              <a:latin typeface="微软雅黑" panose="020B0503020204020204" pitchFamily="34" charset="-122"/>
              <a:ea typeface="微软雅黑" panose="020B0503020204020204" pitchFamily="34" charset="-122"/>
              <a:cs typeface="微软雅黑" charset="0"/>
            </a:endParaRPr>
          </a:p>
        </p:txBody>
      </p:sp>
      <p:sp>
        <p:nvSpPr>
          <p:cNvPr id="15" name="Rectangle 34">
            <a:extLst>
              <a:ext uri="{FF2B5EF4-FFF2-40B4-BE49-F238E27FC236}">
                <a16:creationId xmlns:a16="http://schemas.microsoft.com/office/drawing/2014/main" xmlns="" id="{F47F8B38-6711-4939-9F26-0ECD9C502EAE}"/>
              </a:ext>
            </a:extLst>
          </p:cNvPr>
          <p:cNvSpPr>
            <a:spLocks noChangeArrowheads="1"/>
          </p:cNvSpPr>
          <p:nvPr/>
        </p:nvSpPr>
        <p:spPr bwMode="auto">
          <a:xfrm>
            <a:off x="8324871" y="4568283"/>
            <a:ext cx="2630370" cy="1474420"/>
          </a:xfrm>
          <a:prstGeom prst="rect">
            <a:avLst/>
          </a:prstGeom>
          <a:ln>
            <a:noFill/>
          </a:ln>
          <a:effectLst/>
          <a:scene3d>
            <a:camera prst="orthographicFront">
              <a:rot lat="0" lon="0" rev="0"/>
            </a:camera>
            <a:lightRig rig="contrasting" dir="t">
              <a:rot lat="0" lon="0" rev="7800000"/>
            </a:lightRig>
          </a:scene3d>
          <a:sp3d>
            <a:bevelT w="139700" h="139700"/>
          </a:sp3d>
        </p:spPr>
        <p:style>
          <a:lnRef idx="1">
            <a:schemeClr val="accent6"/>
          </a:lnRef>
          <a:fillRef idx="2">
            <a:schemeClr val="accent6"/>
          </a:fillRef>
          <a:effectRef idx="1">
            <a:schemeClr val="accent6"/>
          </a:effectRef>
          <a:fontRef idx="minor">
            <a:schemeClr val="dk1"/>
          </a:fontRef>
        </p:style>
        <p:txBody>
          <a:bodyPr wrap="none" lIns="0" tIns="0" rIns="0" bIns="0" anchor="ctr"/>
          <a:lstStyle/>
          <a:p>
            <a:pPr lvl="0" algn="ctr" defTabSz="543995" eaLnBrk="0" fontAlgn="base" hangingPunct="0">
              <a:lnSpc>
                <a:spcPct val="104000"/>
              </a:lnSpc>
              <a:spcBef>
                <a:spcPct val="20000"/>
              </a:spcBef>
              <a:spcAft>
                <a:spcPct val="0"/>
              </a:spcAft>
              <a:buClr>
                <a:srgbClr val="7889FB"/>
              </a:buClr>
              <a:buSzPct val="70000"/>
              <a:tabLst>
                <a:tab pos="10139437" algn="r"/>
              </a:tabLst>
              <a:defRPr/>
            </a:pPr>
            <a:endParaRPr lang="en-US" altLang="zh-CN" sz="1050" b="1" kern="0" noProof="0" dirty="0" smtClean="0">
              <a:solidFill>
                <a:schemeClr val="accent6"/>
              </a:solidFill>
              <a:latin typeface="微软雅黑" panose="020B0503020204020204" pitchFamily="34" charset="-122"/>
              <a:ea typeface="微软雅黑" panose="020B0503020204020204" pitchFamily="34" charset="-122"/>
              <a:cs typeface="微软雅黑" charset="0"/>
            </a:endParaRPr>
          </a:p>
          <a:p>
            <a:pPr lvl="0" algn="ctr" defTabSz="543995" eaLnBrk="0" fontAlgn="base" hangingPunct="0">
              <a:lnSpc>
                <a:spcPct val="104000"/>
              </a:lnSpc>
              <a:spcBef>
                <a:spcPct val="20000"/>
              </a:spcBef>
              <a:spcAft>
                <a:spcPct val="0"/>
              </a:spcAft>
              <a:buClr>
                <a:srgbClr val="7889FB"/>
              </a:buClr>
              <a:buSzPct val="70000"/>
              <a:tabLst>
                <a:tab pos="10139437" algn="r"/>
              </a:tabLst>
              <a:defRPr/>
            </a:pPr>
            <a:r>
              <a:rPr lang="en-US" altLang="zh-CN" sz="1050" b="1" kern="0" dirty="0" smtClean="0">
                <a:solidFill>
                  <a:srgbClr val="FF0000"/>
                </a:solidFill>
                <a:latin typeface="微软雅黑" panose="020B0503020204020204" pitchFamily="34" charset="-122"/>
                <a:ea typeface="微软雅黑" panose="020B0503020204020204" pitchFamily="34" charset="-122"/>
                <a:cs typeface="微软雅黑" charset="0"/>
              </a:rPr>
              <a:t>     Team </a:t>
            </a:r>
            <a:r>
              <a:rPr lang="en-US" altLang="zh-CN" sz="1050" b="1" kern="0" dirty="0" smtClean="0">
                <a:solidFill>
                  <a:srgbClr val="FF0000"/>
                </a:solidFill>
                <a:latin typeface="微软雅黑" panose="020B0503020204020204" pitchFamily="34" charset="-122"/>
                <a:ea typeface="微软雅黑" panose="020B0503020204020204" pitchFamily="34" charset="-122"/>
                <a:cs typeface="微软雅黑" charset="0"/>
              </a:rPr>
              <a:t>Leader           : </a:t>
            </a:r>
            <a:r>
              <a:rPr lang="en-US" altLang="zh-CN" sz="1050" b="1" kern="0" dirty="0" smtClean="0">
                <a:latin typeface="微软雅黑" panose="020B0503020204020204" pitchFamily="34" charset="-122"/>
                <a:ea typeface="微软雅黑" panose="020B0503020204020204" pitchFamily="34" charset="-122"/>
                <a:cs typeface="微软雅黑" charset="0"/>
              </a:rPr>
              <a:t>Syamsundar-r </a:t>
            </a:r>
          </a:p>
          <a:p>
            <a:pPr lvl="0" algn="ctr" defTabSz="543995" eaLnBrk="0" fontAlgn="base" hangingPunct="0">
              <a:lnSpc>
                <a:spcPct val="104000"/>
              </a:lnSpc>
              <a:spcBef>
                <a:spcPct val="20000"/>
              </a:spcBef>
              <a:spcAft>
                <a:spcPct val="0"/>
              </a:spcAft>
              <a:buClr>
                <a:srgbClr val="7889FB"/>
              </a:buClr>
              <a:buSzPct val="70000"/>
              <a:tabLst>
                <a:tab pos="10139437" algn="r"/>
              </a:tabLst>
              <a:defRPr/>
            </a:pPr>
            <a:r>
              <a:rPr lang="en-US" altLang="zh-CN" sz="1050" b="1" kern="0" noProof="0" dirty="0" smtClean="0">
                <a:solidFill>
                  <a:srgbClr val="FF0000"/>
                </a:solidFill>
                <a:latin typeface="微软雅黑" panose="020B0503020204020204" pitchFamily="34" charset="-122"/>
                <a:ea typeface="微软雅黑" panose="020B0503020204020204" pitchFamily="34" charset="-122"/>
                <a:cs typeface="微软雅黑" charset="0"/>
              </a:rPr>
              <a:t>Project </a:t>
            </a:r>
            <a:r>
              <a:rPr lang="en-US" altLang="zh-CN" sz="1050" b="1" kern="0" noProof="0" dirty="0" smtClean="0">
                <a:solidFill>
                  <a:srgbClr val="FF0000"/>
                </a:solidFill>
                <a:latin typeface="微软雅黑" panose="020B0503020204020204" pitchFamily="34" charset="-122"/>
                <a:ea typeface="微软雅黑" panose="020B0503020204020204" pitchFamily="34" charset="-122"/>
                <a:cs typeface="微软雅黑" charset="0"/>
              </a:rPr>
              <a:t>Developers : </a:t>
            </a:r>
            <a:r>
              <a:rPr lang="en-US" altLang="zh-CN" sz="1050" b="1" kern="0" dirty="0">
                <a:latin typeface="微软雅黑" panose="020B0503020204020204" pitchFamily="34" charset="-122"/>
                <a:ea typeface="微软雅黑" panose="020B0503020204020204" pitchFamily="34" charset="-122"/>
                <a:cs typeface="微软雅黑" charset="0"/>
              </a:rPr>
              <a:t> </a:t>
            </a:r>
            <a:r>
              <a:rPr lang="en-US" altLang="zh-CN" sz="1050" b="1" kern="0" dirty="0" smtClean="0">
                <a:latin typeface="微软雅黑" panose="020B0503020204020204" pitchFamily="34" charset="-122"/>
                <a:ea typeface="微软雅黑" panose="020B0503020204020204" pitchFamily="34" charset="-122"/>
                <a:cs typeface="微软雅黑" charset="0"/>
              </a:rPr>
              <a:t>Manohar-g </a:t>
            </a:r>
          </a:p>
          <a:p>
            <a:pPr lvl="0" algn="ctr" defTabSz="543995" eaLnBrk="0" fontAlgn="base" hangingPunct="0">
              <a:lnSpc>
                <a:spcPct val="104000"/>
              </a:lnSpc>
              <a:spcBef>
                <a:spcPct val="20000"/>
              </a:spcBef>
              <a:spcAft>
                <a:spcPct val="0"/>
              </a:spcAft>
              <a:buClr>
                <a:srgbClr val="7889FB"/>
              </a:buClr>
              <a:buSzPct val="70000"/>
              <a:tabLst>
                <a:tab pos="10139437" algn="r"/>
              </a:tabLst>
              <a:defRPr/>
            </a:pPr>
            <a:r>
              <a:rPr lang="en-US" altLang="zh-CN" sz="1050" b="1" kern="0" dirty="0">
                <a:latin typeface="微软雅黑" panose="020B0503020204020204" pitchFamily="34" charset="-122"/>
                <a:ea typeface="微软雅黑" panose="020B0503020204020204" pitchFamily="34" charset="-122"/>
                <a:cs typeface="微软雅黑" charset="0"/>
              </a:rPr>
              <a:t> </a:t>
            </a:r>
            <a:r>
              <a:rPr lang="en-US" altLang="zh-CN" sz="1050" b="1" kern="0" dirty="0" smtClean="0">
                <a:latin typeface="微软雅黑" panose="020B0503020204020204" pitchFamily="34" charset="-122"/>
                <a:ea typeface="微软雅黑" panose="020B0503020204020204" pitchFamily="34" charset="-122"/>
                <a:cs typeface="微软雅黑" charset="0"/>
              </a:rPr>
              <a:t>                                  </a:t>
            </a:r>
            <a:endParaRPr lang="en-US" altLang="zh-CN" sz="1050" b="1" kern="0" noProof="0" dirty="0" smtClean="0">
              <a:latin typeface="微软雅黑" panose="020B0503020204020204" pitchFamily="34" charset="-122"/>
              <a:ea typeface="微软雅黑" panose="020B0503020204020204" pitchFamily="34" charset="-122"/>
              <a:cs typeface="微软雅黑" charset="0"/>
            </a:endParaRPr>
          </a:p>
        </p:txBody>
      </p:sp>
      <p:sp>
        <p:nvSpPr>
          <p:cNvPr id="16" name="Rectangle 31">
            <a:extLst>
              <a:ext uri="{FF2B5EF4-FFF2-40B4-BE49-F238E27FC236}">
                <a16:creationId xmlns:a16="http://schemas.microsoft.com/office/drawing/2014/main" xmlns="" id="{64E2BF76-3F93-ED46-A6C5-3B3C5EE16641}"/>
              </a:ext>
            </a:extLst>
          </p:cNvPr>
          <p:cNvSpPr>
            <a:spLocks noChangeArrowheads="1"/>
          </p:cNvSpPr>
          <p:nvPr/>
        </p:nvSpPr>
        <p:spPr bwMode="auto">
          <a:xfrm>
            <a:off x="850605" y="1874648"/>
            <a:ext cx="2682547" cy="337884"/>
          </a:xfrm>
          <a:prstGeom prst="rect">
            <a:avLst/>
          </a:prstGeom>
          <a:ln/>
        </p:spPr>
        <p:style>
          <a:lnRef idx="1">
            <a:schemeClr val="accent1"/>
          </a:lnRef>
          <a:fillRef idx="2">
            <a:schemeClr val="accent1"/>
          </a:fillRef>
          <a:effectRef idx="1">
            <a:schemeClr val="accent1"/>
          </a:effectRef>
          <a:fontRef idx="minor">
            <a:schemeClr val="dk1"/>
          </a:fontRef>
        </p:style>
        <p:txBody>
          <a:bodyPr lIns="108800" tIns="54401" rIns="108800" bIns="54401" anchor="ctr" anchorCtr="1"/>
          <a:lstStyle/>
          <a:p>
            <a:pPr defTabSz="543995" eaLnBrk="0" fontAlgn="base" hangingPunct="0">
              <a:lnSpc>
                <a:spcPct val="90000"/>
              </a:lnSpc>
              <a:spcBef>
                <a:spcPts val="357"/>
              </a:spcBef>
              <a:spcAft>
                <a:spcPct val="0"/>
              </a:spcAft>
              <a:buClr>
                <a:srgbClr val="7889FB"/>
              </a:buClr>
              <a:buSzPct val="100000"/>
              <a:tabLst>
                <a:tab pos="0" algn="l"/>
                <a:tab pos="532661" algn="l"/>
                <a:tab pos="1067211" algn="l"/>
                <a:tab pos="1601759" algn="l"/>
                <a:tab pos="2136309" algn="l"/>
                <a:tab pos="2670857" algn="l"/>
                <a:tab pos="3205408" algn="l"/>
                <a:tab pos="3739956" algn="l"/>
                <a:tab pos="4274506" algn="l"/>
                <a:tab pos="4809054" algn="l"/>
                <a:tab pos="5343605" algn="l"/>
                <a:tab pos="5878153" algn="l"/>
                <a:tab pos="6412703" algn="l"/>
                <a:tab pos="6947251" algn="l"/>
                <a:tab pos="7481801" algn="l"/>
                <a:tab pos="8016352" algn="l"/>
                <a:tab pos="8550901" algn="l"/>
                <a:tab pos="9085449" algn="l"/>
                <a:tab pos="9619998" algn="l"/>
                <a:tab pos="10154548" algn="l"/>
                <a:tab pos="10689098" algn="l"/>
              </a:tabLst>
              <a:defRPr/>
            </a:pPr>
            <a:r>
              <a:rPr lang="en-US" altLang="zh-CN" sz="1200" b="1" kern="0" dirty="0">
                <a:solidFill>
                  <a:srgbClr val="FFFFFF"/>
                </a:solidFill>
                <a:latin typeface="微软雅黑" panose="020B0503020204020204" pitchFamily="34" charset="-122"/>
                <a:ea typeface="微软雅黑" panose="020B0503020204020204" pitchFamily="34" charset="-122"/>
                <a:cs typeface="微软雅黑" charset="0"/>
              </a:rPr>
              <a:t>Steering</a:t>
            </a:r>
            <a:r>
              <a:rPr lang="en-US" altLang="zh-TW" sz="1200" b="1" kern="0" dirty="0" smtClean="0">
                <a:solidFill>
                  <a:srgbClr val="FFFFFF"/>
                </a:solidFill>
                <a:latin typeface="微软雅黑" panose="020B0503020204020204" pitchFamily="34" charset="-122"/>
                <a:ea typeface="微软雅黑" panose="020B0503020204020204" pitchFamily="34" charset="-122"/>
                <a:cs typeface="微软雅黑" charset="0"/>
              </a:rPr>
              <a:t> </a:t>
            </a:r>
            <a:r>
              <a:rPr lang="zh-TW" altLang="en-US" sz="1200" b="1" kern="0" dirty="0" smtClean="0">
                <a:solidFill>
                  <a:srgbClr val="FFFFFF"/>
                </a:solidFill>
                <a:latin typeface="微软雅黑" panose="020B0503020204020204" pitchFamily="34" charset="-122"/>
                <a:ea typeface="微软雅黑" panose="020B0503020204020204" pitchFamily="34" charset="-122"/>
                <a:cs typeface="微软雅黑" charset="0"/>
              </a:rPr>
              <a:t>Committee</a:t>
            </a:r>
            <a:endParaRPr lang="zh-CN" altLang="en-GB" sz="1200" b="1" kern="0" dirty="0">
              <a:solidFill>
                <a:srgbClr val="FFFFFF"/>
              </a:solidFill>
              <a:latin typeface="微软雅黑" panose="020B0503020204020204" pitchFamily="34" charset="-122"/>
              <a:ea typeface="微软雅黑" panose="020B0503020204020204" pitchFamily="34" charset="-122"/>
              <a:cs typeface="微软雅黑" charset="0"/>
            </a:endParaRPr>
          </a:p>
        </p:txBody>
      </p:sp>
      <p:sp>
        <p:nvSpPr>
          <p:cNvPr id="17" name="Rectangle 32">
            <a:extLst>
              <a:ext uri="{FF2B5EF4-FFF2-40B4-BE49-F238E27FC236}">
                <a16:creationId xmlns:a16="http://schemas.microsoft.com/office/drawing/2014/main" xmlns="" id="{012333FD-DB28-C345-8720-FC2F9D8979FA}"/>
              </a:ext>
            </a:extLst>
          </p:cNvPr>
          <p:cNvSpPr>
            <a:spLocks noChangeArrowheads="1"/>
          </p:cNvSpPr>
          <p:nvPr/>
        </p:nvSpPr>
        <p:spPr bwMode="auto">
          <a:xfrm>
            <a:off x="850606" y="2161910"/>
            <a:ext cx="2673492" cy="802294"/>
          </a:xfrm>
          <a:prstGeom prst="rect">
            <a:avLst/>
          </a:prstGeom>
          <a:solidFill>
            <a:srgbClr val="FFFFFF"/>
          </a:solidFill>
          <a:ln w="12600">
            <a:solidFill>
              <a:schemeClr val="accent1"/>
            </a:solidFill>
            <a:miter lim="800000"/>
            <a:headEnd/>
            <a:tailEnd/>
          </a:ln>
        </p:spPr>
        <p:txBody>
          <a:bodyPr wrap="none" lIns="108800" tIns="54401" rIns="108800" bIns="54401" anchor="ctr"/>
          <a:lstStyle/>
          <a:p>
            <a:pPr algn="ctr" defTabSz="543995" eaLnBrk="0" fontAlgn="base" hangingPunct="0">
              <a:spcBef>
                <a:spcPct val="0"/>
              </a:spcBef>
              <a:spcAft>
                <a:spcPts val="75"/>
              </a:spcAft>
              <a:buClr>
                <a:srgbClr val="7889FB"/>
              </a:buClr>
              <a:buSzPct val="100000"/>
              <a:tabLst>
                <a:tab pos="0" algn="l"/>
                <a:tab pos="532661" algn="l"/>
                <a:tab pos="1067211" algn="l"/>
                <a:tab pos="1601759" algn="l"/>
                <a:tab pos="2136309" algn="l"/>
                <a:tab pos="2670857" algn="l"/>
                <a:tab pos="3205408" algn="l"/>
                <a:tab pos="3739956" algn="l"/>
                <a:tab pos="4274506" algn="l"/>
                <a:tab pos="4809054" algn="l"/>
                <a:tab pos="5343605" algn="l"/>
                <a:tab pos="5878153" algn="l"/>
                <a:tab pos="6412703" algn="l"/>
                <a:tab pos="6947251" algn="l"/>
                <a:tab pos="7481801" algn="l"/>
                <a:tab pos="8016352" algn="l"/>
                <a:tab pos="8550901" algn="l"/>
                <a:tab pos="9085449" algn="l"/>
                <a:tab pos="9619998" algn="l"/>
                <a:tab pos="10154548" algn="l"/>
                <a:tab pos="10689098" algn="l"/>
              </a:tabLst>
            </a:pPr>
            <a:r>
              <a:rPr lang="en-US" altLang="zh-CN" sz="1200" dirty="0" smtClean="0">
                <a:latin typeface="微软雅黑" panose="020B0503020204020204" pitchFamily="34" charset="-122"/>
                <a:ea typeface="微软雅黑" panose="020B0503020204020204" pitchFamily="34" charset="-122"/>
                <a:cs typeface="微软雅黑" charset="0"/>
              </a:rPr>
              <a:t> </a:t>
            </a:r>
            <a:r>
              <a:rPr lang="en-US" altLang="zh-TW" sz="1200" dirty="0" smtClean="0">
                <a:ea typeface="微软雅黑" panose="020B0503020204020204" pitchFamily="34" charset="-122"/>
                <a:cs typeface="微软雅黑" charset="0"/>
              </a:rPr>
              <a:t>Rakhi , Derek-yang , Balaji-v , </a:t>
            </a:r>
          </a:p>
          <a:p>
            <a:pPr algn="ctr" defTabSz="543995" eaLnBrk="0" fontAlgn="base" hangingPunct="0">
              <a:spcBef>
                <a:spcPct val="0"/>
              </a:spcBef>
              <a:spcAft>
                <a:spcPts val="75"/>
              </a:spcAft>
              <a:buClr>
                <a:srgbClr val="7889FB"/>
              </a:buClr>
              <a:buSzPct val="100000"/>
              <a:tabLst>
                <a:tab pos="0" algn="l"/>
                <a:tab pos="532661" algn="l"/>
                <a:tab pos="1067211" algn="l"/>
                <a:tab pos="1601759" algn="l"/>
                <a:tab pos="2136309" algn="l"/>
                <a:tab pos="2670857" algn="l"/>
                <a:tab pos="3205408" algn="l"/>
                <a:tab pos="3739956" algn="l"/>
                <a:tab pos="4274506" algn="l"/>
                <a:tab pos="4809054" algn="l"/>
                <a:tab pos="5343605" algn="l"/>
                <a:tab pos="5878153" algn="l"/>
                <a:tab pos="6412703" algn="l"/>
                <a:tab pos="6947251" algn="l"/>
                <a:tab pos="7481801" algn="l"/>
                <a:tab pos="8016352" algn="l"/>
                <a:tab pos="8550901" algn="l"/>
                <a:tab pos="9085449" algn="l"/>
                <a:tab pos="9619998" algn="l"/>
                <a:tab pos="10154548" algn="l"/>
                <a:tab pos="10689098" algn="l"/>
              </a:tabLst>
            </a:pPr>
            <a:r>
              <a:rPr lang="en-US" altLang="zh-TW" sz="1200" dirty="0" smtClean="0">
                <a:ea typeface="微软雅黑" panose="020B0503020204020204" pitchFamily="34" charset="-122"/>
                <a:cs typeface="微软雅黑" charset="0"/>
              </a:rPr>
              <a:t>Manohar-g</a:t>
            </a:r>
            <a:endParaRPr lang="en-US" altLang="zh-TW" sz="1200" dirty="0">
              <a:ea typeface="微软雅黑" panose="020B0503020204020204" pitchFamily="34" charset="-122"/>
              <a:cs typeface="微软雅黑" charset="0"/>
            </a:endParaRPr>
          </a:p>
        </p:txBody>
      </p:sp>
      <p:cxnSp>
        <p:nvCxnSpPr>
          <p:cNvPr id="18" name="肘形连接符 45"/>
          <p:cNvCxnSpPr/>
          <p:nvPr/>
        </p:nvCxnSpPr>
        <p:spPr>
          <a:xfrm flipV="1">
            <a:off x="3524098" y="1351112"/>
            <a:ext cx="419705" cy="1138694"/>
          </a:xfrm>
          <a:prstGeom prst="bentConnector3">
            <a:avLst/>
          </a:prstGeom>
          <a:noFill/>
          <a:ln w="19050" cap="flat" cmpd="sng" algn="ctr">
            <a:solidFill>
              <a:srgbClr val="FFFFFF">
                <a:lumMod val="65000"/>
              </a:srgbClr>
            </a:solidFill>
            <a:prstDash val="sysDot"/>
          </a:ln>
          <a:effectLst/>
        </p:spPr>
      </p:cxnSp>
      <p:cxnSp>
        <p:nvCxnSpPr>
          <p:cNvPr id="19" name="直接连接符 51"/>
          <p:cNvCxnSpPr>
            <a:stCxn id="7" idx="2"/>
          </p:cNvCxnSpPr>
          <p:nvPr/>
        </p:nvCxnSpPr>
        <p:spPr bwMode="auto">
          <a:xfrm>
            <a:off x="6248961" y="2771104"/>
            <a:ext cx="5844" cy="325195"/>
          </a:xfrm>
          <a:prstGeom prst="line">
            <a:avLst/>
          </a:prstGeom>
          <a:solidFill>
            <a:srgbClr val="4F81BD"/>
          </a:solidFill>
          <a:ln w="12700" cap="flat" cmpd="sng" algn="ctr">
            <a:solidFill>
              <a:srgbClr val="1F497D">
                <a:lumMod val="60000"/>
                <a:lumOff val="40000"/>
              </a:srgbClr>
            </a:solidFill>
            <a:prstDash val="solid"/>
            <a:round/>
            <a:headEnd type="none" w="med" len="med"/>
            <a:tailEnd type="none" w="med" len="med"/>
          </a:ln>
          <a:effectLst/>
        </p:spPr>
      </p:cxnSp>
      <p:sp>
        <p:nvSpPr>
          <p:cNvPr id="20" name="Rectangle 44">
            <a:extLst>
              <a:ext uri="{FF2B5EF4-FFF2-40B4-BE49-F238E27FC236}">
                <a16:creationId xmlns:a16="http://schemas.microsoft.com/office/drawing/2014/main" xmlns="" id="{0BF534DA-0C94-9A4D-95D8-62EABC7638C7}"/>
              </a:ext>
            </a:extLst>
          </p:cNvPr>
          <p:cNvSpPr>
            <a:spLocks noChangeArrowheads="1"/>
          </p:cNvSpPr>
          <p:nvPr/>
        </p:nvSpPr>
        <p:spPr bwMode="auto">
          <a:xfrm>
            <a:off x="3524098" y="4061095"/>
            <a:ext cx="1733266" cy="434125"/>
          </a:xfrm>
          <a:prstGeom prst="rect">
            <a:avLst/>
          </a:prstGeom>
          <a:ln/>
        </p:spPr>
        <p:style>
          <a:lnRef idx="1">
            <a:schemeClr val="accent3"/>
          </a:lnRef>
          <a:fillRef idx="2">
            <a:schemeClr val="accent3"/>
          </a:fillRef>
          <a:effectRef idx="1">
            <a:schemeClr val="accent3"/>
          </a:effectRef>
          <a:fontRef idx="minor">
            <a:schemeClr val="dk1"/>
          </a:fontRef>
        </p:style>
        <p:txBody>
          <a:bodyPr lIns="108800" tIns="54401" rIns="108800" bIns="54401" anchor="ctr" anchorCtr="1"/>
          <a:lstStyle/>
          <a:p>
            <a:pPr algn="ctr" fontAlgn="base">
              <a:spcBef>
                <a:spcPct val="50000"/>
              </a:spcBef>
              <a:spcAft>
                <a:spcPct val="0"/>
              </a:spcAft>
              <a:buClr>
                <a:prstClr val="black"/>
              </a:buClr>
              <a:defRPr/>
            </a:pPr>
            <a:r>
              <a:rPr lang="en-GB" altLang="zh-CN" sz="1100" b="1" kern="0" dirty="0" smtClean="0">
                <a:solidFill>
                  <a:prstClr val="white"/>
                </a:solidFill>
                <a:latin typeface="微软雅黑" panose="020B0503020204020204" pitchFamily="34" charset="-122"/>
                <a:ea typeface="微软雅黑" panose="020B0503020204020204" pitchFamily="34" charset="-122"/>
                <a:cs typeface="微软雅黑" charset="0"/>
              </a:rPr>
              <a:t>Purchase  </a:t>
            </a:r>
            <a:r>
              <a:rPr lang="en-GB" altLang="zh-CN" sz="1100" b="1" kern="0" dirty="0" smtClean="0">
                <a:solidFill>
                  <a:prstClr val="white"/>
                </a:solidFill>
                <a:latin typeface="微软雅黑" panose="020B0503020204020204" pitchFamily="34" charset="-122"/>
                <a:ea typeface="微软雅黑" panose="020B0503020204020204" pitchFamily="34" charset="-122"/>
                <a:cs typeface="微软雅黑" charset="0"/>
              </a:rPr>
              <a:t>Department</a:t>
            </a:r>
            <a:endParaRPr lang="en-US" altLang="zh-CN" sz="1100" b="1" kern="0" dirty="0">
              <a:solidFill>
                <a:prstClr val="white"/>
              </a:solidFill>
              <a:latin typeface="微软雅黑" panose="020B0503020204020204" pitchFamily="34" charset="-122"/>
              <a:ea typeface="微软雅黑" panose="020B0503020204020204" pitchFamily="34" charset="-122"/>
              <a:cs typeface="微软雅黑" charset="0"/>
            </a:endParaRPr>
          </a:p>
        </p:txBody>
      </p:sp>
      <p:sp>
        <p:nvSpPr>
          <p:cNvPr id="21" name="Rectangle 44">
            <a:extLst>
              <a:ext uri="{FF2B5EF4-FFF2-40B4-BE49-F238E27FC236}">
                <a16:creationId xmlns:a16="http://schemas.microsoft.com/office/drawing/2014/main" xmlns="" id="{0BF534DA-0C94-9A4D-95D8-62EABC7638C7}"/>
              </a:ext>
            </a:extLst>
          </p:cNvPr>
          <p:cNvSpPr>
            <a:spLocks noChangeArrowheads="1"/>
          </p:cNvSpPr>
          <p:nvPr/>
        </p:nvSpPr>
        <p:spPr bwMode="auto">
          <a:xfrm>
            <a:off x="5992360" y="4061096"/>
            <a:ext cx="1733266" cy="434125"/>
          </a:xfrm>
          <a:prstGeom prst="rect">
            <a:avLst/>
          </a:prstGeom>
          <a:ln/>
        </p:spPr>
        <p:style>
          <a:lnRef idx="1">
            <a:schemeClr val="accent3"/>
          </a:lnRef>
          <a:fillRef idx="2">
            <a:schemeClr val="accent3"/>
          </a:fillRef>
          <a:effectRef idx="1">
            <a:schemeClr val="accent3"/>
          </a:effectRef>
          <a:fontRef idx="minor">
            <a:schemeClr val="dk1"/>
          </a:fontRef>
        </p:style>
        <p:txBody>
          <a:bodyPr lIns="108800" tIns="54401" rIns="108800" bIns="54401" anchor="ctr" anchorCtr="1"/>
          <a:lstStyle/>
          <a:p>
            <a:pPr algn="ctr" fontAlgn="base">
              <a:spcBef>
                <a:spcPct val="50000"/>
              </a:spcBef>
              <a:spcAft>
                <a:spcPct val="0"/>
              </a:spcAft>
              <a:buClr>
                <a:prstClr val="black"/>
              </a:buClr>
              <a:defRPr/>
            </a:pPr>
            <a:r>
              <a:rPr lang="en-GB" altLang="zh-CN" sz="1100" b="1" kern="0" dirty="0" smtClean="0">
                <a:solidFill>
                  <a:prstClr val="white"/>
                </a:solidFill>
                <a:latin typeface="微软雅黑" panose="020B0503020204020204" pitchFamily="34" charset="-122"/>
                <a:ea typeface="微软雅黑" panose="020B0503020204020204" pitchFamily="34" charset="-122"/>
                <a:cs typeface="微软雅黑" charset="0"/>
              </a:rPr>
              <a:t>Warehouse</a:t>
            </a:r>
            <a:r>
              <a:rPr lang="en-GB" altLang="zh-CN" sz="1100" b="1" kern="0" dirty="0" smtClean="0">
                <a:solidFill>
                  <a:prstClr val="white"/>
                </a:solidFill>
                <a:latin typeface="微软雅黑" panose="020B0503020204020204" pitchFamily="34" charset="-122"/>
                <a:ea typeface="微软雅黑" panose="020B0503020204020204" pitchFamily="34" charset="-122"/>
                <a:cs typeface="微软雅黑" charset="0"/>
              </a:rPr>
              <a:t> </a:t>
            </a:r>
            <a:r>
              <a:rPr lang="en-GB" altLang="zh-CN" sz="1100" b="1" kern="0" dirty="0" smtClean="0">
                <a:solidFill>
                  <a:prstClr val="white"/>
                </a:solidFill>
                <a:latin typeface="微软雅黑" panose="020B0503020204020204" pitchFamily="34" charset="-122"/>
                <a:ea typeface="微软雅黑" panose="020B0503020204020204" pitchFamily="34" charset="-122"/>
                <a:cs typeface="微软雅黑" charset="0"/>
              </a:rPr>
              <a:t>Department</a:t>
            </a:r>
            <a:endParaRPr lang="en-US" altLang="zh-CN" sz="1100" b="1" kern="0" dirty="0">
              <a:solidFill>
                <a:prstClr val="white"/>
              </a:solidFill>
              <a:latin typeface="微软雅黑" panose="020B0503020204020204" pitchFamily="34" charset="-122"/>
              <a:ea typeface="微软雅黑" panose="020B0503020204020204" pitchFamily="34" charset="-122"/>
              <a:cs typeface="微软雅黑" charset="0"/>
            </a:endParaRPr>
          </a:p>
        </p:txBody>
      </p:sp>
      <p:sp>
        <p:nvSpPr>
          <p:cNvPr id="22" name="Rectangle 34">
            <a:extLst>
              <a:ext uri="{FF2B5EF4-FFF2-40B4-BE49-F238E27FC236}">
                <a16:creationId xmlns:a16="http://schemas.microsoft.com/office/drawing/2014/main" xmlns="" id="{1D7CBCE5-1E57-F34D-BB47-7972E96107A0}"/>
              </a:ext>
            </a:extLst>
          </p:cNvPr>
          <p:cNvSpPr>
            <a:spLocks noChangeArrowheads="1"/>
          </p:cNvSpPr>
          <p:nvPr/>
        </p:nvSpPr>
        <p:spPr bwMode="auto">
          <a:xfrm>
            <a:off x="3209842" y="4592234"/>
            <a:ext cx="2402505" cy="1426518"/>
          </a:xfrm>
          <a:prstGeom prst="rect">
            <a:avLst/>
          </a:prstGeom>
          <a:ln>
            <a:noFill/>
          </a:ln>
          <a:effectLst/>
          <a:scene3d>
            <a:camera prst="orthographicFront">
              <a:rot lat="0" lon="0" rev="0"/>
            </a:camera>
            <a:lightRig rig="contrasting" dir="t">
              <a:rot lat="0" lon="0" rev="7800000"/>
            </a:lightRig>
          </a:scene3d>
          <a:sp3d>
            <a:bevelT w="139700" h="139700"/>
          </a:sp3d>
        </p:spPr>
        <p:style>
          <a:lnRef idx="1">
            <a:schemeClr val="accent5"/>
          </a:lnRef>
          <a:fillRef idx="2">
            <a:schemeClr val="accent5"/>
          </a:fillRef>
          <a:effectRef idx="1">
            <a:schemeClr val="accent5"/>
          </a:effectRef>
          <a:fontRef idx="minor">
            <a:schemeClr val="dk1"/>
          </a:fontRef>
        </p:style>
        <p:txBody>
          <a:bodyPr wrap="none" lIns="0" tIns="0" rIns="0" bIns="0" anchor="ctr"/>
          <a:lstStyle/>
          <a:p>
            <a:pPr algn="ctr" defTabSz="543995" eaLnBrk="0" fontAlgn="base" hangingPunct="0">
              <a:lnSpc>
                <a:spcPct val="104000"/>
              </a:lnSpc>
              <a:spcBef>
                <a:spcPct val="20000"/>
              </a:spcBef>
              <a:spcAft>
                <a:spcPct val="0"/>
              </a:spcAft>
              <a:buClr>
                <a:srgbClr val="7889FB"/>
              </a:buClr>
              <a:buSzPct val="70000"/>
              <a:tabLst>
                <a:tab pos="10139437" algn="r"/>
              </a:tabLst>
              <a:defRPr/>
            </a:pPr>
            <a:r>
              <a:rPr lang="en-US" altLang="zh-TW" sz="1000" b="1" kern="0" dirty="0" smtClean="0">
                <a:solidFill>
                  <a:srgbClr val="FF0000"/>
                </a:solidFill>
                <a:latin typeface="微软雅黑" panose="020B0503020204020204" pitchFamily="34" charset="-122"/>
                <a:ea typeface="微软雅黑" panose="020B0503020204020204" pitchFamily="34" charset="-122"/>
              </a:rPr>
              <a:t>BPO     </a:t>
            </a:r>
            <a:r>
              <a:rPr lang="en-IN" altLang="zh-TW" sz="1000" b="1" kern="0" dirty="0" smtClean="0">
                <a:solidFill>
                  <a:srgbClr val="FF0000"/>
                </a:solidFill>
                <a:latin typeface="微软雅黑" panose="020B0503020204020204" pitchFamily="34" charset="-122"/>
                <a:ea typeface="微软雅黑" panose="020B0503020204020204" pitchFamily="34" charset="-122"/>
              </a:rPr>
              <a:t>: </a:t>
            </a:r>
            <a:r>
              <a:rPr lang="en-US" altLang="zh-TW" sz="1000" b="1" kern="0" dirty="0">
                <a:latin typeface="微软雅黑" panose="020B0503020204020204" pitchFamily="34" charset="-122"/>
                <a:ea typeface="微软雅黑" panose="020B0503020204020204" pitchFamily="34" charset="-122"/>
              </a:rPr>
              <a:t> </a:t>
            </a:r>
            <a:r>
              <a:rPr lang="en-US" altLang="zh-TW" sz="1000" b="1" kern="0" dirty="0" smtClean="0">
                <a:latin typeface="微软雅黑" panose="020B0503020204020204" pitchFamily="34" charset="-122"/>
                <a:ea typeface="微软雅黑" panose="020B0503020204020204" pitchFamily="34" charset="-122"/>
              </a:rPr>
              <a:t>Derek-yang</a:t>
            </a:r>
            <a:endParaRPr lang="en-US" altLang="zh-TW" sz="1000" b="1" kern="0" dirty="0">
              <a:latin typeface="微软雅黑" panose="020B0503020204020204" pitchFamily="34" charset="-122"/>
              <a:ea typeface="微软雅黑" panose="020B0503020204020204" pitchFamily="34" charset="-122"/>
            </a:endParaRPr>
          </a:p>
          <a:p>
            <a:pPr algn="ctr" defTabSz="543995" eaLnBrk="0" fontAlgn="base" hangingPunct="0">
              <a:lnSpc>
                <a:spcPct val="104000"/>
              </a:lnSpc>
              <a:spcBef>
                <a:spcPct val="20000"/>
              </a:spcBef>
              <a:spcAft>
                <a:spcPct val="0"/>
              </a:spcAft>
              <a:buClr>
                <a:srgbClr val="7889FB"/>
              </a:buClr>
              <a:buSzPct val="70000"/>
              <a:tabLst>
                <a:tab pos="10139437" algn="r"/>
              </a:tabLst>
              <a:defRPr/>
            </a:pPr>
            <a:r>
              <a:rPr lang="en-US" altLang="zh-TW" sz="1000" b="1" kern="0" dirty="0" smtClean="0">
                <a:solidFill>
                  <a:srgbClr val="FF0000"/>
                </a:solidFill>
                <a:latin typeface="微软雅黑" panose="020B0503020204020204" pitchFamily="34" charset="-122"/>
                <a:ea typeface="微软雅黑" panose="020B0503020204020204" pitchFamily="34" charset="-122"/>
                <a:cs typeface="微软雅黑" charset="0"/>
              </a:rPr>
              <a:t>KU(2)   </a:t>
            </a:r>
            <a:r>
              <a:rPr lang="zh-CN" altLang="en-US" sz="1000" b="1" kern="0" dirty="0" smtClean="0">
                <a:solidFill>
                  <a:srgbClr val="FF0000"/>
                </a:solidFill>
                <a:latin typeface="微软雅黑" panose="020B0503020204020204" pitchFamily="34" charset="-122"/>
                <a:ea typeface="微软雅黑" panose="020B0503020204020204" pitchFamily="34" charset="-122"/>
              </a:rPr>
              <a:t>: </a:t>
            </a:r>
            <a:r>
              <a:rPr lang="en-IN" altLang="zh-CN" sz="1000" b="1" kern="0" dirty="0">
                <a:latin typeface="微软雅黑" panose="020B0503020204020204" pitchFamily="34" charset="-122"/>
                <a:ea typeface="微软雅黑" panose="020B0503020204020204" pitchFamily="34" charset="-122"/>
              </a:rPr>
              <a:t> </a:t>
            </a:r>
            <a:r>
              <a:rPr lang="en-GB" altLang="zh-CN" sz="1000" b="1" kern="0" dirty="0" smtClean="0">
                <a:latin typeface="微软雅黑" panose="020B0503020204020204" pitchFamily="34" charset="-122"/>
                <a:ea typeface="微软雅黑" panose="020B0503020204020204" pitchFamily="34" charset="-122"/>
              </a:rPr>
              <a:t>Derek-yang</a:t>
            </a:r>
            <a:endParaRPr lang="en-US" altLang="zh-CN" sz="1000" b="1" kern="0" dirty="0">
              <a:latin typeface="微软雅黑" panose="020B0503020204020204" pitchFamily="34" charset="-122"/>
              <a:ea typeface="微软雅黑" panose="020B0503020204020204" pitchFamily="34" charset="-122"/>
            </a:endParaRPr>
          </a:p>
          <a:p>
            <a:pPr algn="ctr" defTabSz="543995" eaLnBrk="0" fontAlgn="base" hangingPunct="0">
              <a:lnSpc>
                <a:spcPct val="104000"/>
              </a:lnSpc>
              <a:spcBef>
                <a:spcPct val="20000"/>
              </a:spcBef>
              <a:spcAft>
                <a:spcPct val="0"/>
              </a:spcAft>
              <a:buClr>
                <a:srgbClr val="7889FB"/>
              </a:buClr>
              <a:buSzPct val="70000"/>
              <a:tabLst>
                <a:tab pos="10139437" algn="r"/>
              </a:tabLst>
              <a:defRPr/>
            </a:pPr>
            <a:r>
              <a:rPr lang="en-IN" altLang="zh-CN" sz="1000" b="1" kern="0" dirty="0" smtClean="0">
                <a:solidFill>
                  <a:schemeClr val="accent6"/>
                </a:solidFill>
                <a:latin typeface="微软雅黑" panose="020B0503020204020204" pitchFamily="34" charset="-122"/>
                <a:ea typeface="微软雅黑" panose="020B0503020204020204" pitchFamily="34" charset="-122"/>
              </a:rPr>
              <a:t> </a:t>
            </a:r>
            <a:endParaRPr lang="en-US" altLang="zh-CN" sz="1000" b="1" kern="0" dirty="0">
              <a:solidFill>
                <a:schemeClr val="accent6"/>
              </a:solidFill>
              <a:latin typeface="微软雅黑" panose="020B0503020204020204" pitchFamily="34" charset="-122"/>
              <a:ea typeface="微软雅黑" panose="020B0503020204020204" pitchFamily="34" charset="-122"/>
            </a:endParaRPr>
          </a:p>
        </p:txBody>
      </p:sp>
      <p:sp>
        <p:nvSpPr>
          <p:cNvPr id="23" name="Rectangle 34">
            <a:extLst>
              <a:ext uri="{FF2B5EF4-FFF2-40B4-BE49-F238E27FC236}">
                <a16:creationId xmlns:a16="http://schemas.microsoft.com/office/drawing/2014/main" xmlns="" id="{1D7CBCE5-1E57-F34D-BB47-7972E96107A0}"/>
              </a:ext>
            </a:extLst>
          </p:cNvPr>
          <p:cNvSpPr>
            <a:spLocks noChangeArrowheads="1"/>
          </p:cNvSpPr>
          <p:nvPr/>
        </p:nvSpPr>
        <p:spPr bwMode="auto">
          <a:xfrm>
            <a:off x="5789653" y="4592234"/>
            <a:ext cx="2362611" cy="1426518"/>
          </a:xfrm>
          <a:prstGeom prst="rect">
            <a:avLst/>
          </a:prstGeom>
          <a:ln>
            <a:noFill/>
          </a:ln>
          <a:effectLst/>
          <a:scene3d>
            <a:camera prst="orthographicFront">
              <a:rot lat="0" lon="0" rev="0"/>
            </a:camera>
            <a:lightRig rig="contrasting" dir="t">
              <a:rot lat="0" lon="0" rev="7800000"/>
            </a:lightRig>
          </a:scene3d>
          <a:sp3d>
            <a:bevelT w="139700" h="139700"/>
          </a:sp3d>
        </p:spPr>
        <p:style>
          <a:lnRef idx="1">
            <a:schemeClr val="accent5"/>
          </a:lnRef>
          <a:fillRef idx="2">
            <a:schemeClr val="accent5"/>
          </a:fillRef>
          <a:effectRef idx="1">
            <a:schemeClr val="accent5"/>
          </a:effectRef>
          <a:fontRef idx="minor">
            <a:schemeClr val="dk1"/>
          </a:fontRef>
        </p:style>
        <p:txBody>
          <a:bodyPr wrap="none" lIns="0" tIns="0" rIns="0" bIns="0" anchor="ctr"/>
          <a:lstStyle/>
          <a:p>
            <a:pPr algn="ctr" defTabSz="543995" eaLnBrk="0" fontAlgn="base" hangingPunct="0">
              <a:lnSpc>
                <a:spcPct val="104000"/>
              </a:lnSpc>
              <a:spcBef>
                <a:spcPct val="20000"/>
              </a:spcBef>
              <a:spcAft>
                <a:spcPct val="0"/>
              </a:spcAft>
              <a:buClr>
                <a:srgbClr val="7889FB"/>
              </a:buClr>
              <a:buSzPct val="70000"/>
              <a:tabLst>
                <a:tab pos="10139437" algn="r"/>
              </a:tabLst>
              <a:defRPr/>
            </a:pPr>
            <a:r>
              <a:rPr lang="en-US" altLang="zh-TW" sz="1000" b="1" kern="0" dirty="0" smtClean="0">
                <a:solidFill>
                  <a:srgbClr val="FF0000"/>
                </a:solidFill>
                <a:latin typeface="微软雅黑" panose="020B0503020204020204" pitchFamily="34" charset="-122"/>
                <a:ea typeface="微软雅黑" panose="020B0503020204020204" pitchFamily="34" charset="-122"/>
              </a:rPr>
              <a:t>BPO     </a:t>
            </a:r>
            <a:r>
              <a:rPr lang="en-IN" altLang="zh-TW" sz="1000" b="1" kern="0" dirty="0" smtClean="0">
                <a:solidFill>
                  <a:srgbClr val="FF0000"/>
                </a:solidFill>
                <a:latin typeface="微软雅黑" panose="020B0503020204020204" pitchFamily="34" charset="-122"/>
                <a:ea typeface="微软雅黑" panose="020B0503020204020204" pitchFamily="34" charset="-122"/>
              </a:rPr>
              <a:t>: </a:t>
            </a:r>
            <a:r>
              <a:rPr lang="en-US" altLang="zh-TW" sz="1000" b="1" kern="0" dirty="0">
                <a:latin typeface="微软雅黑" panose="020B0503020204020204" pitchFamily="34" charset="-122"/>
                <a:ea typeface="微软雅黑" panose="020B0503020204020204" pitchFamily="34" charset="-122"/>
              </a:rPr>
              <a:t> </a:t>
            </a:r>
            <a:r>
              <a:rPr lang="en-US" altLang="zh-TW" sz="1000" b="1" kern="0" dirty="0" smtClean="0">
                <a:latin typeface="微软雅黑" panose="020B0503020204020204" pitchFamily="34" charset="-122"/>
                <a:ea typeface="微软雅黑" panose="020B0503020204020204" pitchFamily="34" charset="-122"/>
              </a:rPr>
              <a:t>Balaji-v</a:t>
            </a:r>
            <a:endParaRPr lang="en-US" altLang="zh-TW" sz="1000" b="1" kern="0" dirty="0">
              <a:latin typeface="微软雅黑" panose="020B0503020204020204" pitchFamily="34" charset="-122"/>
              <a:ea typeface="微软雅黑" panose="020B0503020204020204" pitchFamily="34" charset="-122"/>
            </a:endParaRPr>
          </a:p>
          <a:p>
            <a:pPr algn="ctr" defTabSz="543995" eaLnBrk="0" fontAlgn="base" hangingPunct="0">
              <a:lnSpc>
                <a:spcPct val="104000"/>
              </a:lnSpc>
              <a:spcBef>
                <a:spcPct val="20000"/>
              </a:spcBef>
              <a:spcAft>
                <a:spcPct val="0"/>
              </a:spcAft>
              <a:buClr>
                <a:srgbClr val="7889FB"/>
              </a:buClr>
              <a:buSzPct val="70000"/>
              <a:tabLst>
                <a:tab pos="10139437" algn="r"/>
              </a:tabLst>
              <a:defRPr/>
            </a:pPr>
            <a:r>
              <a:rPr lang="en-US" altLang="zh-TW" sz="1000" b="1" kern="0" dirty="0" smtClean="0">
                <a:solidFill>
                  <a:srgbClr val="FF0000"/>
                </a:solidFill>
                <a:latin typeface="微软雅黑" panose="020B0503020204020204" pitchFamily="34" charset="-122"/>
                <a:ea typeface="微软雅黑" panose="020B0503020204020204" pitchFamily="34" charset="-122"/>
                <a:cs typeface="微软雅黑" charset="0"/>
              </a:rPr>
              <a:t>KU(1)   </a:t>
            </a:r>
            <a:r>
              <a:rPr lang="zh-CN" altLang="en-US" sz="1000" b="1" kern="0" dirty="0" smtClean="0">
                <a:solidFill>
                  <a:srgbClr val="FF0000"/>
                </a:solidFill>
                <a:latin typeface="微软雅黑" panose="020B0503020204020204" pitchFamily="34" charset="-122"/>
                <a:ea typeface="微软雅黑" panose="020B0503020204020204" pitchFamily="34" charset="-122"/>
              </a:rPr>
              <a:t>: </a:t>
            </a:r>
            <a:r>
              <a:rPr lang="en-IN" altLang="zh-CN" sz="1000" b="1" kern="0" dirty="0">
                <a:latin typeface="微软雅黑" panose="020B0503020204020204" pitchFamily="34" charset="-122"/>
                <a:ea typeface="微软雅黑" panose="020B0503020204020204" pitchFamily="34" charset="-122"/>
              </a:rPr>
              <a:t> </a:t>
            </a:r>
            <a:r>
              <a:rPr lang="en-IN" altLang="zh-CN" sz="1000" b="1" kern="0" dirty="0" smtClean="0">
                <a:latin typeface="微软雅黑" panose="020B0503020204020204" pitchFamily="34" charset="-122"/>
                <a:ea typeface="微软雅黑" panose="020B0503020204020204" pitchFamily="34" charset="-122"/>
              </a:rPr>
              <a:t>Balaji-v</a:t>
            </a:r>
            <a:endParaRPr lang="en-US" altLang="zh-CN" sz="1000" b="1" kern="0" dirty="0">
              <a:latin typeface="微软雅黑" panose="020B0503020204020204" pitchFamily="34" charset="-122"/>
              <a:ea typeface="微软雅黑" panose="020B0503020204020204" pitchFamily="34" charset="-122"/>
            </a:endParaRPr>
          </a:p>
          <a:p>
            <a:pPr algn="ctr" defTabSz="543995" eaLnBrk="0" fontAlgn="base" hangingPunct="0">
              <a:lnSpc>
                <a:spcPct val="104000"/>
              </a:lnSpc>
              <a:spcBef>
                <a:spcPct val="20000"/>
              </a:spcBef>
              <a:spcAft>
                <a:spcPct val="0"/>
              </a:spcAft>
              <a:buClr>
                <a:srgbClr val="7889FB"/>
              </a:buClr>
              <a:buSzPct val="70000"/>
              <a:tabLst>
                <a:tab pos="10139437" algn="r"/>
              </a:tabLst>
              <a:defRPr/>
            </a:pPr>
            <a:r>
              <a:rPr lang="en-IN" altLang="zh-CN" sz="1000" b="1" kern="0" dirty="0" smtClean="0">
                <a:solidFill>
                  <a:schemeClr val="accent6"/>
                </a:solidFill>
                <a:latin typeface="微软雅黑" panose="020B0503020204020204" pitchFamily="34" charset="-122"/>
                <a:ea typeface="微软雅黑" panose="020B0503020204020204" pitchFamily="34" charset="-122"/>
              </a:rPr>
              <a:t> </a:t>
            </a:r>
            <a:endParaRPr lang="en-US" altLang="zh-CN" sz="1000" b="1" kern="0" dirty="0">
              <a:solidFill>
                <a:schemeClr val="accent6"/>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0577920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9924" y="1"/>
            <a:ext cx="10850563" cy="805757"/>
          </a:xfrm>
        </p:spPr>
        <p:txBody>
          <a:bodyPr/>
          <a:lstStyle/>
          <a:p>
            <a:r>
              <a:rPr lang="zh-CN" altLang="en-US" dirty="0">
                <a:latin typeface="+mn-lt"/>
              </a:rPr>
              <a:t>项目沟通 </a:t>
            </a:r>
            <a:r>
              <a:rPr lang="en-US" altLang="zh-CN" dirty="0">
                <a:latin typeface="+mn-lt"/>
              </a:rPr>
              <a:t>Project Communication</a:t>
            </a:r>
            <a:endParaRPr lang="zh-CN" altLang="en-US" kern="1200" dirty="0">
              <a:latin typeface="+mn-lt"/>
            </a:endParaRPr>
          </a:p>
        </p:txBody>
      </p:sp>
      <p:graphicFrame>
        <p:nvGraphicFramePr>
          <p:cNvPr id="3" name="表格 2"/>
          <p:cNvGraphicFramePr>
            <a:graphicFrameLocks noGrp="1"/>
          </p:cNvGraphicFramePr>
          <p:nvPr>
            <p:extLst>
              <p:ext uri="{D42A27DB-BD31-4B8C-83A1-F6EECF244321}">
                <p14:modId xmlns:p14="http://schemas.microsoft.com/office/powerpoint/2010/main" val="903955514"/>
              </p:ext>
            </p:extLst>
          </p:nvPr>
        </p:nvGraphicFramePr>
        <p:xfrm>
          <a:off x="669924" y="1156068"/>
          <a:ext cx="11265029" cy="3669421"/>
        </p:xfrm>
        <a:graphic>
          <a:graphicData uri="http://schemas.openxmlformats.org/drawingml/2006/table">
            <a:tbl>
              <a:tblPr>
                <a:tableStyleId>{3B4B98B0-60AC-42C2-AFA5-B58CD77FA1E5}</a:tableStyleId>
              </a:tblPr>
              <a:tblGrid>
                <a:gridCol w="1611275">
                  <a:extLst>
                    <a:ext uri="{9D8B030D-6E8A-4147-A177-3AD203B41FA5}">
                      <a16:colId xmlns="" xmlns:a16="http://schemas.microsoft.com/office/drawing/2014/main" val="20000"/>
                    </a:ext>
                  </a:extLst>
                </a:gridCol>
                <a:gridCol w="1930487">
                  <a:extLst>
                    <a:ext uri="{9D8B030D-6E8A-4147-A177-3AD203B41FA5}">
                      <a16:colId xmlns="" xmlns:a16="http://schemas.microsoft.com/office/drawing/2014/main" val="20001"/>
                    </a:ext>
                  </a:extLst>
                </a:gridCol>
                <a:gridCol w="2775097">
                  <a:extLst>
                    <a:ext uri="{9D8B030D-6E8A-4147-A177-3AD203B41FA5}">
                      <a16:colId xmlns="" xmlns:a16="http://schemas.microsoft.com/office/drawing/2014/main" val="20002"/>
                    </a:ext>
                  </a:extLst>
                </a:gridCol>
                <a:gridCol w="1564460">
                  <a:extLst>
                    <a:ext uri="{9D8B030D-6E8A-4147-A177-3AD203B41FA5}">
                      <a16:colId xmlns="" xmlns:a16="http://schemas.microsoft.com/office/drawing/2014/main" val="20003"/>
                    </a:ext>
                  </a:extLst>
                </a:gridCol>
                <a:gridCol w="1050141">
                  <a:extLst>
                    <a:ext uri="{9D8B030D-6E8A-4147-A177-3AD203B41FA5}">
                      <a16:colId xmlns="" xmlns:a16="http://schemas.microsoft.com/office/drawing/2014/main" val="20004"/>
                    </a:ext>
                  </a:extLst>
                </a:gridCol>
                <a:gridCol w="2333569">
                  <a:extLst>
                    <a:ext uri="{9D8B030D-6E8A-4147-A177-3AD203B41FA5}">
                      <a16:colId xmlns="" xmlns:a16="http://schemas.microsoft.com/office/drawing/2014/main" val="20005"/>
                    </a:ext>
                  </a:extLst>
                </a:gridCol>
              </a:tblGrid>
              <a:tr h="712737">
                <a:tc>
                  <a:txBody>
                    <a:bodyPr/>
                    <a:lstStyle/>
                    <a:p>
                      <a:pPr algn="ctr" rtl="0" fontAlgn="ctr"/>
                      <a:r>
                        <a:rPr lang="zh-CN" altLang="en-US" sz="1100" b="1" u="none" strike="noStrike" dirty="0">
                          <a:solidFill>
                            <a:schemeClr val="bg1"/>
                          </a:solidFill>
                          <a:effectLst/>
                        </a:rPr>
                        <a:t>Type of Communication</a:t>
                      </a:r>
                      <a:endParaRPr lang="zh-CN" altLang="en-US" sz="1100" b="1" i="0" u="none" strike="noStrike" dirty="0">
                        <a:solidFill>
                          <a:schemeClr val="bg1"/>
                        </a:solidFill>
                        <a:effectLst/>
                        <a:latin typeface="微软雅黑" panose="020B0503020204020204" pitchFamily="34" charset="-122"/>
                        <a:ea typeface="微软雅黑" panose="020B0503020204020204" pitchFamily="34" charset="-122"/>
                      </a:endParaRPr>
                    </a:p>
                  </a:txBody>
                  <a:tcPr marL="4619" marR="4619" marT="4619" marB="0" anchor="ctr">
                    <a:lnB w="12700" cap="flat" cmpd="sng" algn="ctr">
                      <a:solidFill>
                        <a:schemeClr val="tx1"/>
                      </a:solidFill>
                      <a:prstDash val="solid"/>
                      <a:round/>
                      <a:headEnd type="none" w="med" len="med"/>
                      <a:tailEnd type="none" w="med" len="med"/>
                    </a:lnB>
                    <a:solidFill>
                      <a:srgbClr val="199DB7"/>
                    </a:solidFill>
                  </a:tcPr>
                </a:tc>
                <a:tc>
                  <a:txBody>
                    <a:bodyPr/>
                    <a:lstStyle/>
                    <a:p>
                      <a:pPr algn="ctr" rtl="0" fontAlgn="ctr"/>
                      <a:r>
                        <a:rPr lang="zh-CN" altLang="en-US" sz="1100" b="1" u="none" strike="noStrike" dirty="0">
                          <a:solidFill>
                            <a:schemeClr val="bg1"/>
                          </a:solidFill>
                          <a:effectLst/>
                        </a:rPr>
                        <a:t>Frequency</a:t>
                      </a:r>
                      <a:endParaRPr lang="zh-CN" altLang="en-US" sz="1100" b="1" i="0" u="none" strike="noStrike" dirty="0">
                        <a:solidFill>
                          <a:schemeClr val="bg1"/>
                        </a:solidFill>
                        <a:effectLst/>
                        <a:latin typeface="微软雅黑" panose="020B0503020204020204" pitchFamily="34" charset="-122"/>
                        <a:ea typeface="微软雅黑" panose="020B0503020204020204" pitchFamily="34" charset="-122"/>
                      </a:endParaRPr>
                    </a:p>
                  </a:txBody>
                  <a:tcPr marL="4619" marR="4619" marT="4619" marB="0" anchor="ctr">
                    <a:lnB w="12700" cap="flat" cmpd="sng" algn="ctr">
                      <a:solidFill>
                        <a:schemeClr val="tx1"/>
                      </a:solidFill>
                      <a:prstDash val="solid"/>
                      <a:round/>
                      <a:headEnd type="none" w="med" len="med"/>
                      <a:tailEnd type="none" w="med" len="med"/>
                    </a:lnB>
                    <a:solidFill>
                      <a:srgbClr val="199DB7"/>
                    </a:solidFill>
                  </a:tcPr>
                </a:tc>
                <a:tc>
                  <a:txBody>
                    <a:bodyPr/>
                    <a:lstStyle/>
                    <a:p>
                      <a:pPr algn="ctr" rtl="0" fontAlgn="ctr"/>
                      <a:r>
                        <a:rPr lang="zh-CN" altLang="en-US" sz="1100" b="1" u="none" strike="noStrike" dirty="0">
                          <a:solidFill>
                            <a:schemeClr val="bg1"/>
                          </a:solidFill>
                          <a:effectLst/>
                        </a:rPr>
                        <a:t>Purpose and Content</a:t>
                      </a:r>
                      <a:endParaRPr lang="zh-CN" altLang="en-US" sz="1100" b="1" i="0" u="none" strike="noStrike" dirty="0">
                        <a:solidFill>
                          <a:schemeClr val="bg1"/>
                        </a:solidFill>
                        <a:effectLst/>
                        <a:latin typeface="微软雅黑" panose="020B0503020204020204" pitchFamily="34" charset="-122"/>
                        <a:ea typeface="微软雅黑" panose="020B0503020204020204" pitchFamily="34" charset="-122"/>
                      </a:endParaRPr>
                    </a:p>
                  </a:txBody>
                  <a:tcPr marL="4619" marR="4619" marT="4619" marB="0" anchor="ctr">
                    <a:lnB w="12700" cap="flat" cmpd="sng" algn="ctr">
                      <a:solidFill>
                        <a:schemeClr val="tx1"/>
                      </a:solidFill>
                      <a:prstDash val="solid"/>
                      <a:round/>
                      <a:headEnd type="none" w="med" len="med"/>
                      <a:tailEnd type="none" w="med" len="med"/>
                    </a:lnB>
                    <a:solidFill>
                      <a:srgbClr val="199DB7"/>
                    </a:solidFill>
                  </a:tcPr>
                </a:tc>
                <a:tc>
                  <a:txBody>
                    <a:bodyPr/>
                    <a:lstStyle/>
                    <a:p>
                      <a:pPr algn="ctr" rtl="0" fontAlgn="ctr"/>
                      <a:r>
                        <a:rPr lang="zh-CN" altLang="en-US" sz="1100" b="1" u="none" strike="noStrike" dirty="0">
                          <a:solidFill>
                            <a:schemeClr val="bg1"/>
                          </a:solidFill>
                          <a:effectLst/>
                        </a:rPr>
                        <a:t>Output</a:t>
                      </a:r>
                      <a:endParaRPr lang="zh-CN" altLang="en-US" sz="1100" b="1" i="0" u="none" strike="noStrike" dirty="0">
                        <a:solidFill>
                          <a:schemeClr val="bg1"/>
                        </a:solidFill>
                        <a:effectLst/>
                        <a:latin typeface="微软雅黑" panose="020B0503020204020204" pitchFamily="34" charset="-122"/>
                        <a:ea typeface="微软雅黑" panose="020B0503020204020204" pitchFamily="34" charset="-122"/>
                      </a:endParaRPr>
                    </a:p>
                  </a:txBody>
                  <a:tcPr marL="4619" marR="4619" marT="4619" marB="0" anchor="ctr">
                    <a:lnB w="12700" cap="flat" cmpd="sng" algn="ctr">
                      <a:solidFill>
                        <a:schemeClr val="tx1"/>
                      </a:solidFill>
                      <a:prstDash val="solid"/>
                      <a:round/>
                      <a:headEnd type="none" w="med" len="med"/>
                      <a:tailEnd type="none" w="med" len="med"/>
                    </a:lnB>
                    <a:solidFill>
                      <a:srgbClr val="199DB7"/>
                    </a:solidFill>
                  </a:tcPr>
                </a:tc>
                <a:tc>
                  <a:txBody>
                    <a:bodyPr/>
                    <a:lstStyle/>
                    <a:p>
                      <a:pPr algn="ctr" rtl="0" fontAlgn="ctr"/>
                      <a:r>
                        <a:rPr lang="zh-CN" altLang="en-US" sz="1100" b="1" u="none" strike="noStrike" dirty="0">
                          <a:solidFill>
                            <a:schemeClr val="bg1"/>
                          </a:solidFill>
                          <a:effectLst/>
                        </a:rPr>
                        <a:t>Originator</a:t>
                      </a:r>
                      <a:endParaRPr lang="zh-CN" altLang="en-US" sz="1100" b="1" i="0" u="none" strike="noStrike" dirty="0">
                        <a:solidFill>
                          <a:schemeClr val="bg1"/>
                        </a:solidFill>
                        <a:effectLst/>
                        <a:latin typeface="微软雅黑" panose="020B0503020204020204" pitchFamily="34" charset="-122"/>
                        <a:ea typeface="微软雅黑" panose="020B0503020204020204" pitchFamily="34" charset="-122"/>
                      </a:endParaRPr>
                    </a:p>
                  </a:txBody>
                  <a:tcPr marL="4619" marR="4619" marT="4619" marB="0" anchor="ctr">
                    <a:lnB w="12700" cap="flat" cmpd="sng" algn="ctr">
                      <a:solidFill>
                        <a:schemeClr val="tx1"/>
                      </a:solidFill>
                      <a:prstDash val="solid"/>
                      <a:round/>
                      <a:headEnd type="none" w="med" len="med"/>
                      <a:tailEnd type="none" w="med" len="med"/>
                    </a:lnB>
                    <a:solidFill>
                      <a:srgbClr val="199DB7"/>
                    </a:solidFill>
                  </a:tcPr>
                </a:tc>
                <a:tc>
                  <a:txBody>
                    <a:bodyPr/>
                    <a:lstStyle/>
                    <a:p>
                      <a:pPr algn="ctr" rtl="0" fontAlgn="ctr"/>
                      <a:r>
                        <a:rPr lang="zh-CN" altLang="en-US" sz="1100" b="1" u="none" strike="noStrike" dirty="0">
                          <a:solidFill>
                            <a:schemeClr val="bg1"/>
                          </a:solidFill>
                          <a:effectLst/>
                        </a:rPr>
                        <a:t>Attendees </a:t>
                      </a:r>
                      <a:r>
                        <a:rPr lang="en-US" altLang="zh-CN" sz="1100" b="1" u="none" strike="noStrike" dirty="0">
                          <a:solidFill>
                            <a:schemeClr val="bg1"/>
                          </a:solidFill>
                          <a:effectLst/>
                        </a:rPr>
                        <a:t>/ </a:t>
                      </a:r>
                      <a:r>
                        <a:rPr lang="zh-CN" altLang="en-US" sz="1100" b="1" u="none" strike="noStrike" dirty="0">
                          <a:solidFill>
                            <a:schemeClr val="bg1"/>
                          </a:solidFill>
                          <a:effectLst/>
                        </a:rPr>
                        <a:t>Senders</a:t>
                      </a:r>
                      <a:endParaRPr lang="zh-CN" altLang="en-US" sz="1100" b="1" i="0" u="none" strike="noStrike" dirty="0">
                        <a:solidFill>
                          <a:schemeClr val="bg1"/>
                        </a:solidFill>
                        <a:effectLst/>
                        <a:latin typeface="微软雅黑" panose="020B0503020204020204" pitchFamily="34" charset="-122"/>
                        <a:ea typeface="微软雅黑" panose="020B0503020204020204" pitchFamily="34" charset="-122"/>
                      </a:endParaRPr>
                    </a:p>
                  </a:txBody>
                  <a:tcPr marL="4619" marR="4619" marT="4619" marB="0" anchor="ctr">
                    <a:lnB w="12700" cap="flat" cmpd="sng" algn="ctr">
                      <a:solidFill>
                        <a:schemeClr val="tx1"/>
                      </a:solidFill>
                      <a:prstDash val="solid"/>
                      <a:round/>
                      <a:headEnd type="none" w="med" len="med"/>
                      <a:tailEnd type="none" w="med" len="med"/>
                    </a:lnB>
                    <a:solidFill>
                      <a:srgbClr val="199DB7"/>
                    </a:solidFill>
                  </a:tcPr>
                </a:tc>
                <a:extLst>
                  <a:ext uri="{0D108BD9-81ED-4DB2-BD59-A6C34878D82A}">
                    <a16:rowId xmlns="" xmlns:a16="http://schemas.microsoft.com/office/drawing/2014/main" val="10000"/>
                  </a:ext>
                </a:extLst>
              </a:tr>
              <a:tr h="1478342">
                <a:tc>
                  <a:txBody>
                    <a:bodyPr/>
                    <a:lstStyle/>
                    <a:p>
                      <a:pPr algn="ctr" rtl="0" fontAlgn="ctr"/>
                      <a:r>
                        <a:rPr lang="en-US" altLang="zh-CN" sz="1100" u="none" strike="noStrike" dirty="0" smtClean="0">
                          <a:effectLst/>
                        </a:rPr>
                        <a:t>Weekly</a:t>
                      </a:r>
                      <a:r>
                        <a:rPr lang="en-US" altLang="zh-CN" sz="1100" u="none" strike="noStrike" baseline="0" dirty="0" smtClean="0">
                          <a:effectLst/>
                        </a:rPr>
                        <a:t> Report</a:t>
                      </a:r>
                      <a:endParaRPr lang="zh-CN" altLang="en-US"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619" marR="4619" marT="4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F0E8"/>
                    </a:solidFill>
                  </a:tcPr>
                </a:tc>
                <a:tc>
                  <a:txBody>
                    <a:bodyPr/>
                    <a:lstStyle/>
                    <a:p>
                      <a:pPr algn="ctr" rtl="0" fontAlgn="ctr"/>
                      <a:r>
                        <a:rPr lang="zh-CN" altLang="en-US" sz="1100" u="none" strike="noStrike" dirty="0" smtClean="0">
                          <a:effectLst/>
                        </a:rPr>
                        <a:t>Every </a:t>
                      </a:r>
                      <a:r>
                        <a:rPr lang="en-US" altLang="zh-CN" sz="1100" u="none" strike="noStrike" dirty="0" smtClean="0">
                          <a:effectLst/>
                        </a:rPr>
                        <a:t>Friday till project</a:t>
                      </a:r>
                      <a:r>
                        <a:rPr lang="en-US" altLang="zh-CN" sz="1100" u="none" strike="noStrike" baseline="0" dirty="0" smtClean="0">
                          <a:effectLst/>
                        </a:rPr>
                        <a:t> go-live</a:t>
                      </a:r>
                      <a:endParaRPr lang="en-US" altLang="zh-CN" sz="1100" u="none" strike="noStrike" dirty="0" smtClean="0">
                        <a:effectLst/>
                      </a:endParaRPr>
                    </a:p>
                    <a:p>
                      <a:pPr algn="ctr" rtl="0" fontAlgn="ctr"/>
                      <a:r>
                        <a:rPr lang="en-US" altLang="zh-CN" sz="1100" u="none" strike="noStrike" baseline="0" dirty="0" smtClean="0">
                          <a:effectLst/>
                        </a:rPr>
                        <a:t>APC 16:00-16:30</a:t>
                      </a:r>
                      <a:endParaRPr lang="en-US" altLang="zh-CN" sz="1100" b="1" i="0" u="none" strike="noStrike" dirty="0" smtClean="0">
                        <a:solidFill>
                          <a:srgbClr val="FF0000"/>
                        </a:solidFill>
                        <a:effectLst/>
                        <a:latin typeface="微软雅黑" panose="020B0503020204020204" pitchFamily="34" charset="-122"/>
                        <a:ea typeface="微软雅黑" panose="020B0503020204020204" pitchFamily="34" charset="-122"/>
                      </a:endParaRPr>
                    </a:p>
                  </a:txBody>
                  <a:tcPr marL="4619" marR="4619" marT="4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F0E8"/>
                    </a:solidFill>
                  </a:tcPr>
                </a:tc>
                <a:tc>
                  <a:txBody>
                    <a:bodyPr/>
                    <a:lstStyle/>
                    <a:p>
                      <a:pPr algn="ctr" rtl="0" fontAlgn="ctr"/>
                      <a:r>
                        <a:rPr lang="zh-CN" altLang="en-US" sz="1100" u="none" strike="noStrike" dirty="0" smtClean="0">
                          <a:effectLst/>
                        </a:rPr>
                        <a:t>Email report on project progress</a:t>
                      </a:r>
                    </a:p>
                    <a:p>
                      <a:pPr algn="ctr" rtl="0" fontAlgn="ctr"/>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619" marR="4619" marT="4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F0E8"/>
                    </a:solidFill>
                  </a:tcPr>
                </a:tc>
                <a:tc>
                  <a:txBody>
                    <a:bodyPr/>
                    <a:lstStyle/>
                    <a:p>
                      <a:pPr algn="ctr" rtl="0" fontAlgn="ctr"/>
                      <a:r>
                        <a:rPr lang="zh-CN" altLang="en-US" sz="1100" u="none" strike="noStrike" dirty="0" smtClean="0">
                          <a:effectLst/>
                        </a:rPr>
                        <a:t>Project Progress Report</a:t>
                      </a:r>
                      <a:endParaRPr lang="zh-CN" altLang="en-US" sz="1100" b="0" i="0" u="none" strike="noStrike" dirty="0">
                        <a:solidFill>
                          <a:schemeClr val="tx1"/>
                        </a:solidFill>
                        <a:effectLst/>
                        <a:latin typeface="微软雅黑" panose="020B0503020204020204" pitchFamily="34" charset="-122"/>
                        <a:ea typeface="微软雅黑" panose="020B0503020204020204" pitchFamily="34" charset="-122"/>
                      </a:endParaRPr>
                    </a:p>
                  </a:txBody>
                  <a:tcPr marL="4619" marR="4619" marT="4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F0E8"/>
                    </a:solidFill>
                  </a:tcPr>
                </a:tc>
                <a:tc>
                  <a:txBody>
                    <a:bodyPr/>
                    <a:lstStyle/>
                    <a:p>
                      <a:pPr algn="ctr" rtl="0" fontAlgn="ctr"/>
                      <a:r>
                        <a:rPr lang="en-US" sz="1100" u="none" strike="noStrike" dirty="0" smtClean="0">
                          <a:effectLst/>
                        </a:rPr>
                        <a:t>IT </a:t>
                      </a:r>
                      <a:endParaRPr 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619" marR="4619" marT="4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F0E8"/>
                    </a:solidFill>
                  </a:tcPr>
                </a:tc>
                <a:tc>
                  <a:txBody>
                    <a:bodyPr/>
                    <a:lstStyle/>
                    <a:p>
                      <a:pPr algn="ctr" rtl="0" fontAlgn="ctr"/>
                      <a:r>
                        <a:rPr lang="en-US" altLang="zh-CN" sz="1100" u="none" strike="noStrike" dirty="0" smtClean="0">
                          <a:effectLst/>
                        </a:rPr>
                        <a:t>IT Members</a:t>
                      </a:r>
                      <a:r>
                        <a:rPr lang="en-US" altLang="zh-CN" sz="1100" u="none" strike="noStrike" baseline="0" dirty="0" smtClean="0">
                          <a:effectLst/>
                        </a:rPr>
                        <a:t> </a:t>
                      </a:r>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619" marR="4619" marT="4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F0E8"/>
                    </a:solidFill>
                  </a:tcPr>
                </a:tc>
                <a:extLst>
                  <a:ext uri="{0D108BD9-81ED-4DB2-BD59-A6C34878D82A}">
                    <a16:rowId xmlns="" xmlns:a16="http://schemas.microsoft.com/office/drawing/2014/main" val="10002"/>
                  </a:ext>
                </a:extLst>
              </a:tr>
              <a:tr h="1478342">
                <a:tc>
                  <a:txBody>
                    <a:bodyPr/>
                    <a:lstStyle/>
                    <a:p>
                      <a:pPr algn="ctr" rtl="0" fontAlgn="ctr"/>
                      <a:r>
                        <a:rPr lang="en-GB" altLang="zh-CN" sz="1100" u="none" strike="noStrike" dirty="0" smtClean="0">
                          <a:effectLst/>
                        </a:rPr>
                        <a:t>Weekly meeting – Project </a:t>
                      </a:r>
                      <a:endParaRPr lang="zh-CN" altLang="en-US"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619" marR="4619" marT="4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F0E8"/>
                    </a:solidFill>
                  </a:tcPr>
                </a:tc>
                <a:tc>
                  <a:txBody>
                    <a:bodyPr/>
                    <a:lstStyle/>
                    <a:p>
                      <a:pPr marL="0" marR="0" indent="0" algn="ctr" defTabSz="914354" rtl="0" eaLnBrk="1" fontAlgn="ctr" latinLnBrk="0" hangingPunct="1">
                        <a:lnSpc>
                          <a:spcPct val="100000"/>
                        </a:lnSpc>
                        <a:spcBef>
                          <a:spcPts val="0"/>
                        </a:spcBef>
                        <a:spcAft>
                          <a:spcPts val="0"/>
                        </a:spcAft>
                        <a:buClrTx/>
                        <a:buSzTx/>
                        <a:buFontTx/>
                        <a:buNone/>
                        <a:tabLst/>
                        <a:defRPr/>
                      </a:pPr>
                      <a:r>
                        <a:rPr lang="zh-CN" altLang="en-US" sz="1100" u="none" strike="noStrike" dirty="0" smtClean="0">
                          <a:effectLst/>
                        </a:rPr>
                        <a:t>Every </a:t>
                      </a:r>
                      <a:r>
                        <a:rPr lang="en-US" altLang="zh-CN" sz="1100" u="none" strike="noStrike" dirty="0" smtClean="0">
                          <a:effectLst/>
                        </a:rPr>
                        <a:t>Thursday till </a:t>
                      </a:r>
                      <a:r>
                        <a:rPr lang="en-US" altLang="zh-CN" sz="1100" u="none" strike="noStrike" dirty="0" smtClean="0">
                          <a:effectLst/>
                        </a:rPr>
                        <a:t>project</a:t>
                      </a:r>
                      <a:r>
                        <a:rPr lang="en-US" altLang="zh-CN" sz="1100" u="none" strike="noStrike" baseline="0" dirty="0" smtClean="0">
                          <a:effectLst/>
                        </a:rPr>
                        <a:t> go-live </a:t>
                      </a:r>
                      <a:endParaRPr lang="en-US" altLang="zh-CN" sz="1100" u="none" strike="noStrike" dirty="0" smtClean="0">
                        <a:effectLst/>
                      </a:endParaRPr>
                    </a:p>
                    <a:p>
                      <a:pPr algn="ctr" rtl="0" fontAlgn="ctr"/>
                      <a:endParaRPr lang="en-US" altLang="zh-CN" sz="1100" b="1" i="0" u="none" strike="noStrike" dirty="0" smtClean="0">
                        <a:solidFill>
                          <a:srgbClr val="FF0000"/>
                        </a:solidFill>
                        <a:effectLst/>
                        <a:latin typeface="微软雅黑" panose="020B0503020204020204" pitchFamily="34" charset="-122"/>
                        <a:ea typeface="微软雅黑" panose="020B0503020204020204" pitchFamily="34" charset="-122"/>
                      </a:endParaRPr>
                    </a:p>
                  </a:txBody>
                  <a:tcPr marL="4619" marR="4619" marT="4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F0E8"/>
                    </a:solidFill>
                  </a:tcPr>
                </a:tc>
                <a:tc>
                  <a:txBody>
                    <a:bodyPr/>
                    <a:lstStyle/>
                    <a:p>
                      <a:pPr marL="0" marR="0" indent="0" algn="ctr" defTabSz="914354" rtl="0" eaLnBrk="1" fontAlgn="ctr" latinLnBrk="0" hangingPunct="1">
                        <a:lnSpc>
                          <a:spcPct val="100000"/>
                        </a:lnSpc>
                        <a:spcBef>
                          <a:spcPts val="0"/>
                        </a:spcBef>
                        <a:spcAft>
                          <a:spcPts val="0"/>
                        </a:spcAft>
                        <a:buClrTx/>
                        <a:buSzTx/>
                        <a:buFontTx/>
                        <a:buNone/>
                        <a:tabLst/>
                        <a:defRPr/>
                      </a:pPr>
                      <a:r>
                        <a:rPr lang="zh-CN" altLang="en-US" sz="1100" u="none" strike="noStrike" dirty="0" smtClean="0">
                          <a:effectLst/>
                        </a:rPr>
                        <a:t>Report on the progress of the project</a:t>
                      </a:r>
                      <a:br>
                        <a:rPr lang="zh-CN" altLang="en-US" sz="1100" u="none" strike="noStrike" dirty="0" smtClean="0">
                          <a:effectLst/>
                        </a:rPr>
                      </a:br>
                      <a:r>
                        <a:rPr lang="zh-CN" altLang="en-US" sz="1100" u="none" strike="noStrike" dirty="0" smtClean="0">
                          <a:effectLst/>
                        </a:rPr>
                        <a:t>Next work plan</a:t>
                      </a:r>
                      <a:br>
                        <a:rPr lang="zh-CN" altLang="en-US" sz="1100" u="none" strike="noStrike" dirty="0" smtClean="0">
                          <a:effectLst/>
                        </a:rPr>
                      </a:br>
                      <a:r>
                        <a:rPr lang="zh-CN" altLang="en-US" sz="1100" u="none" strike="noStrike" dirty="0" smtClean="0">
                          <a:effectLst/>
                        </a:rPr>
                        <a:t>Where help is needed</a:t>
                      </a:r>
                    </a:p>
                    <a:p>
                      <a:pPr algn="ctr" rtl="0" fontAlgn="ctr"/>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619" marR="4619" marT="4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F0E8"/>
                    </a:solidFill>
                  </a:tcPr>
                </a:tc>
                <a:tc>
                  <a:txBody>
                    <a:bodyPr/>
                    <a:lstStyle/>
                    <a:p>
                      <a:pPr marL="0" marR="0" indent="0" algn="ctr" defTabSz="914354" rtl="0" eaLnBrk="1" fontAlgn="ctr" latinLnBrk="0" hangingPunct="1">
                        <a:lnSpc>
                          <a:spcPct val="100000"/>
                        </a:lnSpc>
                        <a:spcBef>
                          <a:spcPts val="0"/>
                        </a:spcBef>
                        <a:spcAft>
                          <a:spcPts val="0"/>
                        </a:spcAft>
                        <a:buClrTx/>
                        <a:buSzTx/>
                        <a:buFontTx/>
                        <a:buNone/>
                        <a:tabLst/>
                        <a:defRPr/>
                      </a:pPr>
                      <a:r>
                        <a:rPr lang="zh-CN" altLang="en-US" sz="1100" u="none" strike="noStrike" dirty="0" smtClean="0">
                          <a:effectLst/>
                        </a:rPr>
                        <a:t>Meeting Minutes</a:t>
                      </a:r>
                    </a:p>
                    <a:p>
                      <a:pPr algn="ctr" rtl="0" fontAlgn="ctr"/>
                      <a:endParaRPr lang="zh-CN" altLang="en-US" sz="1100" b="0" i="0" u="none" strike="noStrike" dirty="0">
                        <a:solidFill>
                          <a:schemeClr val="tx1"/>
                        </a:solidFill>
                        <a:effectLst/>
                        <a:latin typeface="微软雅黑" panose="020B0503020204020204" pitchFamily="34" charset="-122"/>
                        <a:ea typeface="微软雅黑" panose="020B0503020204020204" pitchFamily="34" charset="-122"/>
                      </a:endParaRPr>
                    </a:p>
                  </a:txBody>
                  <a:tcPr marL="4619" marR="4619" marT="4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F0E8"/>
                    </a:solidFill>
                  </a:tcPr>
                </a:tc>
                <a:tc>
                  <a:txBody>
                    <a:bodyPr/>
                    <a:lstStyle/>
                    <a:p>
                      <a:pPr algn="ctr" rtl="0" fontAlgn="ctr"/>
                      <a:r>
                        <a:rPr lang="en-US" sz="1100" u="none" strike="noStrike" dirty="0" smtClean="0">
                          <a:effectLst/>
                        </a:rPr>
                        <a:t>IT</a:t>
                      </a:r>
                      <a:endParaRPr 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619" marR="4619" marT="4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F0E8"/>
                    </a:solidFill>
                  </a:tcPr>
                </a:tc>
                <a:tc>
                  <a:txBody>
                    <a:bodyPr/>
                    <a:lstStyle/>
                    <a:p>
                      <a:pPr algn="ctr" rtl="0" fontAlgn="ctr"/>
                      <a:r>
                        <a:rPr lang="en-GB" altLang="zh-CN" sz="1100" u="none" strike="noStrike" dirty="0" smtClean="0">
                          <a:effectLst/>
                        </a:rPr>
                        <a:t>Planning</a:t>
                      </a:r>
                      <a:r>
                        <a:rPr lang="en-GB" altLang="zh-CN" sz="1100" u="none" strike="noStrike" baseline="0" dirty="0" smtClean="0">
                          <a:effectLst/>
                        </a:rPr>
                        <a:t> , Warehouse , Purchase , IT </a:t>
                      </a:r>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619" marR="4619" marT="461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F0E8"/>
                    </a:solidFill>
                  </a:tcPr>
                </a:tc>
              </a:tr>
            </a:tbl>
          </a:graphicData>
        </a:graphic>
      </p:graphicFrame>
      <p:sp>
        <p:nvSpPr>
          <p:cNvPr id="4" name="五角星 3"/>
          <p:cNvSpPr/>
          <p:nvPr/>
        </p:nvSpPr>
        <p:spPr bwMode="auto">
          <a:xfrm>
            <a:off x="242079" y="1293842"/>
            <a:ext cx="271604" cy="307818"/>
          </a:xfrm>
          <a:prstGeom prst="star5">
            <a:avLst/>
          </a:prstGeom>
          <a:solidFill>
            <a:srgbClr val="FF0000"/>
          </a:solidFill>
          <a:ln w="12700" cmpd="sng">
            <a:noFill/>
            <a:round/>
            <a:headEnd/>
            <a:tailEnd/>
          </a:ln>
          <a:effectLst/>
        </p:spPr>
        <p:txBody>
          <a:bodyPr lIns="36000" tIns="36000" rIns="36000" bIns="36000" rtlCol="0" anchor="ctr"/>
          <a:lstStyle/>
          <a:p>
            <a:pPr algn="ctr"/>
            <a:endParaRPr kumimoji="1" lang="zh-CN" altLang="en-US" b="0">
              <a:solidFill>
                <a:schemeClr val="tx2">
                  <a:lumMod val="60000"/>
                  <a:lumOff val="40000"/>
                </a:schemeClr>
              </a:solidFill>
              <a:ea typeface="微软雅黑" pitchFamily="34" charset="-122"/>
            </a:endParaRPr>
          </a:p>
        </p:txBody>
      </p:sp>
      <p:sp>
        <p:nvSpPr>
          <p:cNvPr id="5" name="圆角矩形 6"/>
          <p:cNvSpPr/>
          <p:nvPr/>
        </p:nvSpPr>
        <p:spPr>
          <a:xfrm>
            <a:off x="974475" y="5773379"/>
            <a:ext cx="3702867" cy="737857"/>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b="1" dirty="0" smtClean="0"/>
              <a:t>Email</a:t>
            </a:r>
          </a:p>
        </p:txBody>
      </p:sp>
      <p:sp>
        <p:nvSpPr>
          <p:cNvPr id="6" name="圆角矩形 8"/>
          <p:cNvSpPr/>
          <p:nvPr/>
        </p:nvSpPr>
        <p:spPr>
          <a:xfrm>
            <a:off x="6095205" y="5773379"/>
            <a:ext cx="3791855" cy="737857"/>
          </a:xfrm>
          <a:prstGeom prst="round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b="1" dirty="0" smtClean="0"/>
              <a:t>WhatsApp</a:t>
            </a:r>
          </a:p>
        </p:txBody>
      </p:sp>
      <p:sp>
        <p:nvSpPr>
          <p:cNvPr id="7" name="标题 1"/>
          <p:cNvSpPr txBox="1">
            <a:spLocks/>
          </p:cNvSpPr>
          <p:nvPr/>
        </p:nvSpPr>
        <p:spPr>
          <a:xfrm>
            <a:off x="513683" y="4695826"/>
            <a:ext cx="10850563" cy="805757"/>
          </a:xfrm>
          <a:prstGeom prst="rect">
            <a:avLst/>
          </a:prstGeom>
        </p:spPr>
        <p:txBody>
          <a:bodyPr vert="horz" lIns="91440" tIns="45720" rIns="91440" bIns="45720" rtlCol="0" anchor="b">
            <a:normAutofit/>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pPr eaLnBrk="0" latinLnBrk="1" hangingPunct="0"/>
            <a:r>
              <a:rPr lang="zh-CN" altLang="en-US" smtClean="0">
                <a:latin typeface="+mn-lt"/>
                <a:ea typeface="微软雅黑" pitchFamily="34" charset="-122"/>
              </a:rPr>
              <a:t>项目沟通</a:t>
            </a:r>
            <a:r>
              <a:rPr lang="en-US" altLang="zh-CN" smtClean="0">
                <a:latin typeface="+mn-lt"/>
                <a:ea typeface="微软雅黑" pitchFamily="34" charset="-122"/>
              </a:rPr>
              <a:t>-</a:t>
            </a:r>
            <a:r>
              <a:rPr lang="zh-CN" altLang="en-US" smtClean="0">
                <a:latin typeface="+mn-lt"/>
                <a:ea typeface="微软雅黑" pitchFamily="34" charset="-122"/>
              </a:rPr>
              <a:t>工具 </a:t>
            </a:r>
            <a:r>
              <a:rPr lang="en-US" altLang="zh-CN" smtClean="0">
                <a:latin typeface="+mn-lt"/>
                <a:ea typeface="微软雅黑" pitchFamily="34" charset="-122"/>
              </a:rPr>
              <a:t>Project Communication- Tools</a:t>
            </a:r>
            <a:endParaRPr lang="zh-CN" altLang="en-US" dirty="0">
              <a:latin typeface="+mn-lt"/>
              <a:ea typeface="微软雅黑" pitchFamily="34" charset="-122"/>
            </a:endParaRPr>
          </a:p>
        </p:txBody>
      </p:sp>
    </p:spTree>
    <p:extLst>
      <p:ext uri="{BB962C8B-B14F-4D97-AF65-F5344CB8AC3E}">
        <p14:creationId xmlns:p14="http://schemas.microsoft.com/office/powerpoint/2010/main" val="338723330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a:extLst>
              <a:ext uri="{FF2B5EF4-FFF2-40B4-BE49-F238E27FC236}">
                <a16:creationId xmlns="" xmlns:a16="http://schemas.microsoft.com/office/drawing/2014/main" id="{A6A819F1-33AF-45D7-8BF6-2B0A9769CAD4}"/>
              </a:ext>
            </a:extLst>
          </p:cNvPr>
          <p:cNvGraphicFramePr>
            <a:graphicFrameLocks noChangeAspect="1"/>
          </p:cNvGraphicFramePr>
          <p:nvPr>
            <p:custDataLst>
              <p:tags r:id="rId3"/>
            </p:custDataLst>
            <p:extLst>
              <p:ext uri="{D42A27DB-BD31-4B8C-83A1-F6EECF244321}">
                <p14:modId xmlns:p14="http://schemas.microsoft.com/office/powerpoint/2010/main" val="10969869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663" name="think-cell Slide" r:id="rId6" imgW="347" imgH="348" progId="TCLayout.ActiveDocument.1">
                  <p:embed/>
                </p:oleObj>
              </mc:Choice>
              <mc:Fallback>
                <p:oleObj name="think-cell Slide" r:id="rId6" imgW="347" imgH="348" progId="TCLayout.ActiveDocument.1">
                  <p:embed/>
                  <p:pic>
                    <p:nvPicPr>
                      <p:cNvPr id="3" name="对象 2" hidden="1">
                        <a:extLst>
                          <a:ext uri="{FF2B5EF4-FFF2-40B4-BE49-F238E27FC236}">
                            <a16:creationId xmlns="" xmlns:a16="http://schemas.microsoft.com/office/drawing/2014/main" id="{A6A819F1-33AF-45D7-8BF6-2B0A9769CAD4}"/>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矩形 1" hidden="1">
            <a:extLst>
              <a:ext uri="{FF2B5EF4-FFF2-40B4-BE49-F238E27FC236}">
                <a16:creationId xmlns="" xmlns:a16="http://schemas.microsoft.com/office/drawing/2014/main" id="{FF51F16D-1BAD-46EE-A6F4-B8B94C9DF628}"/>
              </a:ext>
            </a:extLst>
          </p:cNvPr>
          <p:cNvSpPr/>
          <p:nvPr>
            <p:custDataLst>
              <p:tags r:id="rId4"/>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2400" dirty="0">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5" name="标题 4"/>
          <p:cNvSpPr>
            <a:spLocks noGrp="1"/>
          </p:cNvSpPr>
          <p:nvPr>
            <p:ph type="ctrTitle"/>
          </p:nvPr>
        </p:nvSpPr>
        <p:spPr>
          <a:xfrm>
            <a:off x="6240379" y="2336771"/>
            <a:ext cx="5280109" cy="1953042"/>
          </a:xfrm>
        </p:spPr>
        <p:txBody>
          <a:bodyPr>
            <a:normAutofit fontScale="90000"/>
          </a:bodyPr>
          <a:lstStyle/>
          <a:p>
            <a:r>
              <a:rPr lang="en-US" altLang="zh-CN" sz="8000" b="0" dirty="0">
                <a:solidFill>
                  <a:schemeClr val="accent2"/>
                </a:solidFill>
                <a:latin typeface="Arial Black" panose="020B0A04020102020204" pitchFamily="34" charset="0"/>
              </a:rPr>
              <a:t>Thanks</a:t>
            </a:r>
            <a:r>
              <a:rPr lang="en-US" altLang="zh-CN" dirty="0">
                <a:latin typeface="Arial Black" panose="020B0A04020102020204" pitchFamily="34" charset="0"/>
              </a:rPr>
              <a:t/>
            </a:r>
            <a:br>
              <a:rPr lang="en-US" altLang="zh-CN" dirty="0">
                <a:latin typeface="Arial Black" panose="020B0A04020102020204" pitchFamily="34" charset="0"/>
              </a:rPr>
            </a:br>
            <a:r>
              <a:rPr lang="zh-TW" altLang="en-US" sz="2800" dirty="0">
                <a:latin typeface="Arial Black" panose="020B0A04020102020204" pitchFamily="34" charset="0"/>
              </a:rPr>
              <a:t>態度決定高度</a:t>
            </a:r>
            <a:r>
              <a:rPr lang="en-US" altLang="zh-TW" sz="2800" dirty="0">
                <a:latin typeface="Arial Black" panose="020B0A04020102020204" pitchFamily="34" charset="0"/>
              </a:rPr>
              <a:t/>
            </a:r>
            <a:br>
              <a:rPr lang="en-US" altLang="zh-TW" sz="2800" dirty="0">
                <a:latin typeface="Arial Black" panose="020B0A04020102020204" pitchFamily="34" charset="0"/>
              </a:rPr>
            </a:br>
            <a:r>
              <a:rPr lang="en-US" altLang="zh-TW" sz="2800" dirty="0">
                <a:latin typeface="Arial Black" panose="020B0A04020102020204" pitchFamily="34" charset="0"/>
              </a:rPr>
              <a:t>Attitude is altitude</a:t>
            </a:r>
            <a:endParaRPr lang="zh-CN" altLang="en-US" sz="2800" dirty="0">
              <a:latin typeface="Arial Black" panose="020B0A04020102020204" pitchFamily="34" charset="0"/>
            </a:endParaRPr>
          </a:p>
        </p:txBody>
      </p:sp>
      <p:cxnSp>
        <p:nvCxnSpPr>
          <p:cNvPr id="8" name="直接连接符 7">
            <a:extLst>
              <a:ext uri="{FF2B5EF4-FFF2-40B4-BE49-F238E27FC236}">
                <a16:creationId xmlns="" xmlns:a16="http://schemas.microsoft.com/office/drawing/2014/main" id="{B1C99C41-FA3C-4143-91D8-921EA092CD73}"/>
              </a:ext>
            </a:extLst>
          </p:cNvPr>
          <p:cNvCxnSpPr/>
          <p:nvPr/>
        </p:nvCxnSpPr>
        <p:spPr>
          <a:xfrm>
            <a:off x="6240379" y="4771589"/>
            <a:ext cx="48768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pic>
        <p:nvPicPr>
          <p:cNvPr id="4" name="圖片 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243489" y="4355759"/>
            <a:ext cx="4844384" cy="405998"/>
          </a:xfrm>
          <a:prstGeom prst="rect">
            <a:avLst/>
          </a:prstGeom>
        </p:spPr>
      </p:pic>
    </p:spTree>
    <p:extLst>
      <p:ext uri="{BB962C8B-B14F-4D97-AF65-F5344CB8AC3E}">
        <p14:creationId xmlns:p14="http://schemas.microsoft.com/office/powerpoint/2010/main" val="1259043032"/>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ISLIDE.THEME" val="225bf695-daa2-4759-97b7-6398e4bba18c"/>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A6S0wzOvQ8a50SA42PUNR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1Smkff3fSzGMOuItfjj3Fw"/>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FD4439"/>
      </a:accent1>
      <a:accent2>
        <a:srgbClr val="3C72CF"/>
      </a:accent2>
      <a:accent3>
        <a:srgbClr val="FF6A26"/>
      </a:accent3>
      <a:accent4>
        <a:srgbClr val="969696"/>
      </a:accent4>
      <a:accent5>
        <a:srgbClr val="B2B2B2"/>
      </a:accent5>
      <a:accent6>
        <a:srgbClr val="C5C5C5"/>
      </a:accent6>
      <a:hlink>
        <a:srgbClr val="4C4C4C"/>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noFill/>
        <a:ln w="19050" cap="flat" cmpd="sng" algn="ctr">
          <a:solidFill>
            <a:srgbClr val="FFFFFF">
              <a:lumMod val="65000"/>
            </a:srgbClr>
          </a:solidFill>
          <a:prstDash val="sysDot"/>
        </a:ln>
        <a:effectLst/>
      </a:spPr>
      <a:bodyPr/>
      <a:lstStyle/>
    </a:lnDef>
  </a:objectDefaults>
  <a:extraClrSchemeLst/>
  <a:extLst>
    <a:ext uri="{05A4C25C-085E-4340-85A3-A5531E510DB2}">
      <thm15:themeFamily xmlns:thm15="http://schemas.microsoft.com/office/thememl/2012/main" name="主题5" id="{B8EDB911-D765-4A7B-BBC7-40DBB672FBA6}" vid="{AECAB1C0-5DF6-436C-85E8-20094DBE11C0}"/>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房利美">
    <a:dk1>
      <a:srgbClr val="000000"/>
    </a:dk1>
    <a:lt1>
      <a:srgbClr val="FFFFFF"/>
    </a:lt1>
    <a:dk2>
      <a:srgbClr val="768394"/>
    </a:dk2>
    <a:lt2>
      <a:srgbClr val="F0F0F0"/>
    </a:lt2>
    <a:accent1>
      <a:srgbClr val="FD4439"/>
    </a:accent1>
    <a:accent2>
      <a:srgbClr val="3C72CF"/>
    </a:accent2>
    <a:accent3>
      <a:srgbClr val="FF6A26"/>
    </a:accent3>
    <a:accent4>
      <a:srgbClr val="969696"/>
    </a:accent4>
    <a:accent5>
      <a:srgbClr val="B2B2B2"/>
    </a:accent5>
    <a:accent6>
      <a:srgbClr val="C5C5C5"/>
    </a:accent6>
    <a:hlink>
      <a:srgbClr val="4C4C4C"/>
    </a:hlink>
    <a:folHlink>
      <a:srgbClr val="BFBFBF"/>
    </a:folHlink>
  </a:clrScheme>
</a:themeOverride>
</file>

<file path=ppt/theme/themeOverride2.xml><?xml version="1.0" encoding="utf-8"?>
<a:themeOverride xmlns:a="http://schemas.openxmlformats.org/drawingml/2006/main">
  <a:clrScheme name="房利美">
    <a:dk1>
      <a:srgbClr val="000000"/>
    </a:dk1>
    <a:lt1>
      <a:srgbClr val="FFFFFF"/>
    </a:lt1>
    <a:dk2>
      <a:srgbClr val="768394"/>
    </a:dk2>
    <a:lt2>
      <a:srgbClr val="F0F0F0"/>
    </a:lt2>
    <a:accent1>
      <a:srgbClr val="FD4439"/>
    </a:accent1>
    <a:accent2>
      <a:srgbClr val="3C72CF"/>
    </a:accent2>
    <a:accent3>
      <a:srgbClr val="FF6A26"/>
    </a:accent3>
    <a:accent4>
      <a:srgbClr val="969696"/>
    </a:accent4>
    <a:accent5>
      <a:srgbClr val="B2B2B2"/>
    </a:accent5>
    <a:accent6>
      <a:srgbClr val="C5C5C5"/>
    </a:accent6>
    <a:hlink>
      <a:srgbClr val="4C4C4C"/>
    </a:hlink>
    <a:folHlink>
      <a:srgbClr val="BFBFBF"/>
    </a:folHlink>
  </a:clrScheme>
</a:themeOverride>
</file>

<file path=docProps/app.xml><?xml version="1.0" encoding="utf-8"?>
<Properties xmlns="http://schemas.openxmlformats.org/officeDocument/2006/extended-properties" xmlns:vt="http://schemas.openxmlformats.org/officeDocument/2006/docPropsVTypes">
  <Template/>
  <TotalTime>20193</TotalTime>
  <Words>477</Words>
  <Application>Microsoft Office PowerPoint</Application>
  <PresentationFormat>Widescreen</PresentationFormat>
  <Paragraphs>154</Paragraphs>
  <Slides>8</Slides>
  <Notes>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8</vt:i4>
      </vt:variant>
    </vt:vector>
  </HeadingPairs>
  <TitlesOfParts>
    <vt:vector size="18" baseType="lpstr">
      <vt:lpstr>Microsoft YaHei</vt:lpstr>
      <vt:lpstr>Microsoft YaHei</vt:lpstr>
      <vt:lpstr>宋体</vt:lpstr>
      <vt:lpstr>Arial</vt:lpstr>
      <vt:lpstr>Arial Black</vt:lpstr>
      <vt:lpstr>Calibri</vt:lpstr>
      <vt:lpstr>Helvetica Light</vt:lpstr>
      <vt:lpstr>Wingdings</vt:lpstr>
      <vt:lpstr>主题5</vt:lpstr>
      <vt:lpstr>think-cell Slide</vt:lpstr>
      <vt:lpstr> APACHE APC MES Cutting Material Management System </vt:lpstr>
      <vt:lpstr>目录 Content</vt:lpstr>
      <vt:lpstr>项目范围 Project Scope</vt:lpstr>
      <vt:lpstr>项目规划 Project Schedule</vt:lpstr>
      <vt:lpstr>PowerPoint Presentation</vt:lpstr>
      <vt:lpstr>                       项目组织 Project Organization</vt:lpstr>
      <vt:lpstr>项目沟通 Project Communication</vt:lpstr>
      <vt:lpstr>Thanks 態度決定高度 Attitude is altitude</vt:lpstr>
    </vt:vector>
  </TitlesOfParts>
  <Manager>iSlide</Manager>
  <Company>iSlide</Company>
  <LinksUpToDate>false</LinksUpToDate>
  <SharedDoc>false</SharedDoc>
  <HyperlinkBase>https://www.islide.cc</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manohar-g</cp:lastModifiedBy>
  <cp:revision>3306</cp:revision>
  <cp:lastPrinted>2024-03-23T05:47:46Z</cp:lastPrinted>
  <dcterms:created xsi:type="dcterms:W3CDTF">2017-11-14T16:00:00Z</dcterms:created>
  <dcterms:modified xsi:type="dcterms:W3CDTF">2025-09-15T06:11:34Z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ies>
</file>